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4"/>
  </p:notesMasterIdLst>
  <p:sldIdLst>
    <p:sldId id="256" r:id="rId2"/>
    <p:sldId id="257" r:id="rId3"/>
    <p:sldId id="259" r:id="rId4"/>
    <p:sldId id="276" r:id="rId5"/>
    <p:sldId id="277" r:id="rId6"/>
    <p:sldId id="262" r:id="rId7"/>
    <p:sldId id="263" r:id="rId8"/>
    <p:sldId id="264" r:id="rId9"/>
    <p:sldId id="283" r:id="rId10"/>
    <p:sldId id="284" r:id="rId11"/>
    <p:sldId id="282" r:id="rId12"/>
    <p:sldId id="285" r:id="rId13"/>
    <p:sldId id="286" r:id="rId14"/>
    <p:sldId id="271" r:id="rId15"/>
    <p:sldId id="278" r:id="rId16"/>
    <p:sldId id="267" r:id="rId17"/>
    <p:sldId id="287" r:id="rId18"/>
    <p:sldId id="269" r:id="rId19"/>
    <p:sldId id="268" r:id="rId20"/>
    <p:sldId id="279" r:id="rId21"/>
    <p:sldId id="281" r:id="rId22"/>
    <p:sldId id="289" r:id="rId23"/>
  </p:sldIdLst>
  <p:sldSz cx="9144000" cy="5143500" type="screen16x9"/>
  <p:notesSz cx="6858000" cy="9144000"/>
  <p:embeddedFontLst>
    <p:embeddedFont>
      <p:font typeface="Advent Pro" panose="020B0604020202020204" charset="0"/>
      <p:regular r:id="rId25"/>
      <p:bold r:id="rId26"/>
      <p:italic r:id="rId27"/>
      <p:boldItalic r:id="rId28"/>
    </p:embeddedFont>
    <p:embeddedFont>
      <p:font typeface="Alumni Sans Pinstripe" panose="020B0604020202020204" charset="0"/>
      <p:regular r:id="rId29"/>
      <p:italic r:id="rId30"/>
    </p:embeddedFont>
    <p:embeddedFont>
      <p:font typeface="Arial Black" panose="020B0A04020102020204" pitchFamily="34" charset="0"/>
      <p:bold r:id="rId31"/>
    </p:embeddedFont>
    <p:embeddedFont>
      <p:font typeface="PT Sans" panose="020B0503020203020204" pitchFamily="34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Google Shape;308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1" name="Google Shape;308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g11bc263f5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1" name="Google Shape;3151;g11bc263f5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Google Shape;3393;g11bc263f502_0_2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4" name="Google Shape;3394;g11bc263f502_0_2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g11bc263f502_0_2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0" name="Google Shape;3480;g11bc263f502_0_2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g11bc263f502_0_2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7" name="Google Shape;3597;g11bc263f502_0_2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0" name="Google Shape;3760;g35db749a4f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1" name="Google Shape;3761;g35db749a4f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7" name="Google Shape;3877;g12937d05419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8" name="Google Shape;3878;g12937d05419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4" name="Google Shape;3884;g35dc53a809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5" name="Google Shape;3885;g35dc53a809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Google Shape;3393;g11bc263f502_0_2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4" name="Google Shape;3394;g11bc263f502_0_2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787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" name="Google Shape;3891;g35d70062f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2" name="Google Shape;3892;g35d70062f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8" name="Google Shape;3898;g35d70062f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9" name="Google Shape;3899;g35d70062f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7" name="Google Shape;4227;g35dc53a809f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8" name="Google Shape;4228;g35dc53a809f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" name="Google Shape;3891;g35dc53a809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2" name="Google Shape;3892;g35dc53a809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6" name="Google Shape;4056;g35dc53a809f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7" name="Google Shape;4057;g35dc53a809f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8" name="Google Shape;4008;g11bc263f502_0_2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9" name="Google Shape;4009;g11bc263f502_0_2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414771" y="4540255"/>
            <a:ext cx="2227588" cy="726522"/>
            <a:chOff x="5608450" y="1680311"/>
            <a:chExt cx="1039375" cy="338989"/>
          </a:xfrm>
        </p:grpSpPr>
        <p:sp>
          <p:nvSpPr>
            <p:cNvPr id="10" name="Google Shape;10;p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146930" y="167266"/>
            <a:ext cx="2227589" cy="1527191"/>
            <a:chOff x="5519300" y="372750"/>
            <a:chExt cx="1039375" cy="712575"/>
          </a:xfrm>
        </p:grpSpPr>
        <p:sp>
          <p:nvSpPr>
            <p:cNvPr id="47" name="Google Shape;47;p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3498074" y="-7257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818424" y="3693001"/>
            <a:ext cx="3129600" cy="3129600"/>
          </a:xfrm>
          <a:prstGeom prst="blockArc">
            <a:avLst>
              <a:gd name="adj1" fmla="val 10800000"/>
              <a:gd name="adj2" fmla="val 78601"/>
              <a:gd name="adj3" fmla="val 1628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/>
          <p:nvPr/>
        </p:nvSpPr>
        <p:spPr>
          <a:xfrm rot="8403633">
            <a:off x="-1694052" y="-1802996"/>
            <a:ext cx="4684741" cy="4684741"/>
          </a:xfrm>
          <a:prstGeom prst="blockArc">
            <a:avLst>
              <a:gd name="adj1" fmla="val 10800000"/>
              <a:gd name="adj2" fmla="val 21552055"/>
              <a:gd name="adj3" fmla="val 1222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" name="Google Shape;117;p2"/>
          <p:cNvGrpSpPr/>
          <p:nvPr/>
        </p:nvGrpSpPr>
        <p:grpSpPr>
          <a:xfrm>
            <a:off x="7721255" y="539314"/>
            <a:ext cx="709249" cy="339196"/>
            <a:chOff x="5265975" y="1869575"/>
            <a:chExt cx="269400" cy="128825"/>
          </a:xfrm>
        </p:grpSpPr>
        <p:cxnSp>
          <p:nvCxnSpPr>
            <p:cNvPr id="118" name="Google Shape;118;p2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2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2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2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2"/>
          <p:cNvSpPr/>
          <p:nvPr/>
        </p:nvSpPr>
        <p:spPr>
          <a:xfrm>
            <a:off x="1925875" y="4140975"/>
            <a:ext cx="2168100" cy="2168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"/>
          <p:cNvSpPr/>
          <p:nvPr/>
        </p:nvSpPr>
        <p:spPr>
          <a:xfrm rot="-1855996">
            <a:off x="8430736" y="1382619"/>
            <a:ext cx="1934093" cy="193409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8581300" y="1240975"/>
            <a:ext cx="1278000" cy="1278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"/>
          <p:cNvSpPr txBox="1">
            <a:spLocks noGrp="1"/>
          </p:cNvSpPr>
          <p:nvPr>
            <p:ph type="ctrTitle"/>
          </p:nvPr>
        </p:nvSpPr>
        <p:spPr>
          <a:xfrm>
            <a:off x="3817063" y="1228288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subTitle" idx="1"/>
          </p:nvPr>
        </p:nvSpPr>
        <p:spPr>
          <a:xfrm>
            <a:off x="6343500" y="3052300"/>
            <a:ext cx="1972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>
            <a:spLocks noGrp="1"/>
          </p:cNvSpPr>
          <p:nvPr>
            <p:ph type="title"/>
          </p:nvPr>
        </p:nvSpPr>
        <p:spPr>
          <a:xfrm>
            <a:off x="4228090" y="2680725"/>
            <a:ext cx="27621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3"/>
          <p:cNvSpPr txBox="1">
            <a:spLocks noGrp="1"/>
          </p:cNvSpPr>
          <p:nvPr>
            <p:ph type="title" idx="2" hasCustomPrompt="1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1" name="Google Shape;131;p3"/>
          <p:cNvSpPr txBox="1">
            <a:spLocks noGrp="1"/>
          </p:cNvSpPr>
          <p:nvPr>
            <p:ph type="subTitle" idx="1"/>
          </p:nvPr>
        </p:nvSpPr>
        <p:spPr>
          <a:xfrm>
            <a:off x="4228073" y="3530819"/>
            <a:ext cx="2762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"/>
          <p:cNvSpPr/>
          <p:nvPr/>
        </p:nvSpPr>
        <p:spPr>
          <a:xfrm rot="7304698">
            <a:off x="-784688" y="3074934"/>
            <a:ext cx="2252826" cy="2252826"/>
          </a:xfrm>
          <a:prstGeom prst="blockArc">
            <a:avLst>
              <a:gd name="adj1" fmla="val 6747610"/>
              <a:gd name="adj2" fmla="val 21450309"/>
              <a:gd name="adj3" fmla="val 1733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 rot="-8399579">
            <a:off x="6604599" y="-1415011"/>
            <a:ext cx="3375739" cy="3375739"/>
          </a:xfrm>
          <a:prstGeom prst="blockArc">
            <a:avLst>
              <a:gd name="adj1" fmla="val 10800000"/>
              <a:gd name="adj2" fmla="val 21450309"/>
              <a:gd name="adj3" fmla="val 1733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" name="Google Shape;134;p3"/>
          <p:cNvGrpSpPr/>
          <p:nvPr/>
        </p:nvGrpSpPr>
        <p:grpSpPr>
          <a:xfrm>
            <a:off x="7261903" y="658823"/>
            <a:ext cx="2227589" cy="726958"/>
            <a:chOff x="6972150" y="711750"/>
            <a:chExt cx="1039375" cy="339193"/>
          </a:xfrm>
        </p:grpSpPr>
        <p:sp>
          <p:nvSpPr>
            <p:cNvPr id="135" name="Google Shape;135;p3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3"/>
          <p:cNvGrpSpPr/>
          <p:nvPr/>
        </p:nvGrpSpPr>
        <p:grpSpPr>
          <a:xfrm>
            <a:off x="-280170" y="-141409"/>
            <a:ext cx="2227589" cy="1527191"/>
            <a:chOff x="5519300" y="372750"/>
            <a:chExt cx="1039375" cy="712575"/>
          </a:xfrm>
        </p:grpSpPr>
        <p:sp>
          <p:nvSpPr>
            <p:cNvPr id="168" name="Google Shape;168;p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" name="Google Shape;235;p3"/>
          <p:cNvGrpSpPr/>
          <p:nvPr/>
        </p:nvGrpSpPr>
        <p:grpSpPr>
          <a:xfrm>
            <a:off x="-154771" y="4691203"/>
            <a:ext cx="2227588" cy="726522"/>
            <a:chOff x="3620725" y="372750"/>
            <a:chExt cx="1039375" cy="338989"/>
          </a:xfrm>
        </p:grpSpPr>
        <p:sp>
          <p:nvSpPr>
            <p:cNvPr id="236" name="Google Shape;236;p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76" name="Google Shape;276;p4"/>
          <p:cNvGrpSpPr/>
          <p:nvPr/>
        </p:nvGrpSpPr>
        <p:grpSpPr>
          <a:xfrm rot="-5400000" flipH="1">
            <a:off x="7821325" y="679905"/>
            <a:ext cx="2227588" cy="726522"/>
            <a:chOff x="3799000" y="1820400"/>
            <a:chExt cx="1039375" cy="338989"/>
          </a:xfrm>
        </p:grpSpPr>
        <p:sp>
          <p:nvSpPr>
            <p:cNvPr id="277" name="Google Shape;277;p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4"/>
          <p:cNvGrpSpPr/>
          <p:nvPr/>
        </p:nvGrpSpPr>
        <p:grpSpPr>
          <a:xfrm flipH="1">
            <a:off x="-1654513" y="2869728"/>
            <a:ext cx="2227589" cy="1527191"/>
            <a:chOff x="5519300" y="372750"/>
            <a:chExt cx="1039375" cy="712575"/>
          </a:xfrm>
        </p:grpSpPr>
        <p:sp>
          <p:nvSpPr>
            <p:cNvPr id="313" name="Google Shape;313;p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0" name="Google Shape;380;p4"/>
          <p:cNvSpPr/>
          <p:nvPr/>
        </p:nvSpPr>
        <p:spPr>
          <a:xfrm rot="899876" flipH="1">
            <a:off x="-1364959" y="4184160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"/>
          <p:cNvSpPr/>
          <p:nvPr/>
        </p:nvSpPr>
        <p:spPr>
          <a:xfrm flipH="1">
            <a:off x="-850779" y="4573892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"/>
          <p:cNvSpPr/>
          <p:nvPr/>
        </p:nvSpPr>
        <p:spPr>
          <a:xfrm>
            <a:off x="8681330" y="1443900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"/>
          <p:cNvSpPr/>
          <p:nvPr/>
        </p:nvSpPr>
        <p:spPr>
          <a:xfrm>
            <a:off x="8776832" y="1556676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"/>
          <p:cNvSpPr/>
          <p:nvPr/>
        </p:nvSpPr>
        <p:spPr>
          <a:xfrm rot="3508339" flipH="1">
            <a:off x="-1727887" y="-2075610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"/>
          <p:cNvSpPr txBox="1">
            <a:spLocks noGrp="1"/>
          </p:cNvSpPr>
          <p:nvPr>
            <p:ph type="title"/>
          </p:nvPr>
        </p:nvSpPr>
        <p:spPr>
          <a:xfrm>
            <a:off x="1121150" y="1116775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7"/>
          <p:cNvSpPr txBox="1">
            <a:spLocks noGrp="1"/>
          </p:cNvSpPr>
          <p:nvPr>
            <p:ph type="body" idx="1"/>
          </p:nvPr>
        </p:nvSpPr>
        <p:spPr>
          <a:xfrm>
            <a:off x="1121150" y="1923119"/>
            <a:ext cx="38079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Open Sans Medium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>
            <a:endParaRPr/>
          </a:p>
        </p:txBody>
      </p:sp>
      <p:sp>
        <p:nvSpPr>
          <p:cNvPr id="565" name="Google Shape;565;p7"/>
          <p:cNvSpPr/>
          <p:nvPr/>
        </p:nvSpPr>
        <p:spPr>
          <a:xfrm rot="-8909883">
            <a:off x="7380555" y="-922593"/>
            <a:ext cx="2453841" cy="2453841"/>
          </a:xfrm>
          <a:prstGeom prst="blockArc">
            <a:avLst>
              <a:gd name="adj1" fmla="val 10800000"/>
              <a:gd name="adj2" fmla="val 567723"/>
              <a:gd name="adj3" fmla="val 1141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7130050" y="-541850"/>
            <a:ext cx="1759500" cy="1759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 flipH="1">
            <a:off x="6696355" y="334491"/>
            <a:ext cx="2227589" cy="1527191"/>
            <a:chOff x="5519300" y="372750"/>
            <a:chExt cx="1039375" cy="712575"/>
          </a:xfrm>
        </p:grpSpPr>
        <p:sp>
          <p:nvSpPr>
            <p:cNvPr id="568" name="Google Shape;568;p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7"/>
          <p:cNvGrpSpPr/>
          <p:nvPr/>
        </p:nvGrpSpPr>
        <p:grpSpPr>
          <a:xfrm>
            <a:off x="107678" y="-187590"/>
            <a:ext cx="2227589" cy="726958"/>
            <a:chOff x="6972150" y="711750"/>
            <a:chExt cx="1039375" cy="339193"/>
          </a:xfrm>
        </p:grpSpPr>
        <p:sp>
          <p:nvSpPr>
            <p:cNvPr id="636" name="Google Shape;636;p7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7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7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7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7"/>
          <p:cNvSpPr/>
          <p:nvPr/>
        </p:nvSpPr>
        <p:spPr>
          <a:xfrm>
            <a:off x="-624140" y="-419150"/>
            <a:ext cx="15270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7"/>
          <p:cNvSpPr/>
          <p:nvPr/>
        </p:nvSpPr>
        <p:spPr>
          <a:xfrm rot="372611">
            <a:off x="5475589" y="4165080"/>
            <a:ext cx="2204738" cy="2204738"/>
          </a:xfrm>
          <a:prstGeom prst="blockArc">
            <a:avLst>
              <a:gd name="adj1" fmla="val 9398892"/>
              <a:gd name="adj2" fmla="val 534609"/>
              <a:gd name="adj3" fmla="val 1967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0" name="Google Shape;670;p7"/>
          <p:cNvGrpSpPr/>
          <p:nvPr/>
        </p:nvGrpSpPr>
        <p:grpSpPr>
          <a:xfrm>
            <a:off x="5832004" y="3999491"/>
            <a:ext cx="2227588" cy="726522"/>
            <a:chOff x="3620725" y="372750"/>
            <a:chExt cx="1039375" cy="338989"/>
          </a:xfrm>
        </p:grpSpPr>
        <p:sp>
          <p:nvSpPr>
            <p:cNvPr id="671" name="Google Shape;671;p7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"/>
          <p:cNvSpPr txBox="1">
            <a:spLocks noGrp="1"/>
          </p:cNvSpPr>
          <p:nvPr>
            <p:ph type="title"/>
          </p:nvPr>
        </p:nvSpPr>
        <p:spPr>
          <a:xfrm>
            <a:off x="4301775" y="1027300"/>
            <a:ext cx="4146600" cy="30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10" name="Google Shape;710;p8"/>
          <p:cNvSpPr/>
          <p:nvPr/>
        </p:nvSpPr>
        <p:spPr>
          <a:xfrm>
            <a:off x="-665963" y="607925"/>
            <a:ext cx="2227500" cy="2228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8"/>
          <p:cNvSpPr/>
          <p:nvPr/>
        </p:nvSpPr>
        <p:spPr>
          <a:xfrm flipH="1">
            <a:off x="-3273950" y="1027301"/>
            <a:ext cx="5927400" cy="5927400"/>
          </a:xfrm>
          <a:prstGeom prst="blockArc">
            <a:avLst>
              <a:gd name="adj1" fmla="val 8972311"/>
              <a:gd name="adj2" fmla="val 16732630"/>
              <a:gd name="adj3" fmla="val 912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2" name="Google Shape;712;p8"/>
          <p:cNvGrpSpPr/>
          <p:nvPr/>
        </p:nvGrpSpPr>
        <p:grpSpPr>
          <a:xfrm>
            <a:off x="2653453" y="-62135"/>
            <a:ext cx="2227588" cy="726522"/>
            <a:chOff x="3857800" y="1143286"/>
            <a:chExt cx="1039375" cy="338989"/>
          </a:xfrm>
        </p:grpSpPr>
        <p:sp>
          <p:nvSpPr>
            <p:cNvPr id="713" name="Google Shape;713;p8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8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8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8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8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8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8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8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8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8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8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8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8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8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8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8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8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8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8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8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8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8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8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8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8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8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8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8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8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8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3" name="Google Shape;743;p8"/>
          <p:cNvSpPr/>
          <p:nvPr/>
        </p:nvSpPr>
        <p:spPr>
          <a:xfrm>
            <a:off x="7566354" y="3268750"/>
            <a:ext cx="2574900" cy="2574900"/>
          </a:xfrm>
          <a:prstGeom prst="blockArc">
            <a:avLst>
              <a:gd name="adj1" fmla="val 5958233"/>
              <a:gd name="adj2" fmla="val 18369856"/>
              <a:gd name="adj3" fmla="val 1954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8"/>
          <p:cNvSpPr/>
          <p:nvPr/>
        </p:nvSpPr>
        <p:spPr>
          <a:xfrm>
            <a:off x="7514213" y="326875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5" name="Google Shape;745;p8"/>
          <p:cNvGrpSpPr/>
          <p:nvPr/>
        </p:nvGrpSpPr>
        <p:grpSpPr>
          <a:xfrm rot="5400000">
            <a:off x="-559680" y="3557919"/>
            <a:ext cx="2227588" cy="726522"/>
            <a:chOff x="3799000" y="1820400"/>
            <a:chExt cx="1039375" cy="338989"/>
          </a:xfrm>
        </p:grpSpPr>
        <p:sp>
          <p:nvSpPr>
            <p:cNvPr id="746" name="Google Shape;746;p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"/>
          <p:cNvSpPr txBox="1">
            <a:spLocks noGrp="1"/>
          </p:cNvSpPr>
          <p:nvPr>
            <p:ph type="title"/>
          </p:nvPr>
        </p:nvSpPr>
        <p:spPr>
          <a:xfrm>
            <a:off x="713400" y="3110425"/>
            <a:ext cx="2941500" cy="13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"/>
          <p:cNvSpPr txBox="1">
            <a:spLocks noGrp="1"/>
          </p:cNvSpPr>
          <p:nvPr>
            <p:ph type="title" hasCustomPrompt="1"/>
          </p:nvPr>
        </p:nvSpPr>
        <p:spPr>
          <a:xfrm>
            <a:off x="1256050" y="1205625"/>
            <a:ext cx="6632100" cy="18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2" name="Google Shape;792;p11"/>
          <p:cNvSpPr txBox="1">
            <a:spLocks noGrp="1"/>
          </p:cNvSpPr>
          <p:nvPr>
            <p:ph type="subTitle" idx="1"/>
          </p:nvPr>
        </p:nvSpPr>
        <p:spPr>
          <a:xfrm>
            <a:off x="1912038" y="3167400"/>
            <a:ext cx="53199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3" name="Google Shape;793;p11"/>
          <p:cNvSpPr/>
          <p:nvPr/>
        </p:nvSpPr>
        <p:spPr>
          <a:xfrm flipH="1">
            <a:off x="-970367" y="3471285"/>
            <a:ext cx="2574600" cy="2574600"/>
          </a:xfrm>
          <a:prstGeom prst="blockArc">
            <a:avLst>
              <a:gd name="adj1" fmla="val 5958233"/>
              <a:gd name="adj2" fmla="val 18980253"/>
              <a:gd name="adj3" fmla="val 1476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4" name="Google Shape;79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57346" y="4025275"/>
            <a:ext cx="2038800" cy="13578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5" name="Google Shape;795;p11"/>
          <p:cNvGrpSpPr/>
          <p:nvPr/>
        </p:nvGrpSpPr>
        <p:grpSpPr>
          <a:xfrm flipH="1">
            <a:off x="6916420" y="380544"/>
            <a:ext cx="2227588" cy="726522"/>
            <a:chOff x="3799000" y="1820400"/>
            <a:chExt cx="1039375" cy="338989"/>
          </a:xfrm>
        </p:grpSpPr>
        <p:sp>
          <p:nvSpPr>
            <p:cNvPr id="796" name="Google Shape;796;p11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1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1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1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1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1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1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32" name="Google Shape;83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471" y="-171325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5963" y="3471263"/>
            <a:ext cx="921650" cy="12156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4" name="Google Shape;834;p11"/>
          <p:cNvGrpSpPr/>
          <p:nvPr/>
        </p:nvGrpSpPr>
        <p:grpSpPr>
          <a:xfrm flipH="1">
            <a:off x="-206996" y="-68959"/>
            <a:ext cx="2227588" cy="726522"/>
            <a:chOff x="3620725" y="372750"/>
            <a:chExt cx="1039375" cy="338989"/>
          </a:xfrm>
        </p:grpSpPr>
        <p:sp>
          <p:nvSpPr>
            <p:cNvPr id="835" name="Google Shape;835;p11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1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1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1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1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1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1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1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1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1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1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1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1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1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1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1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1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1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1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2" name="Google Shape;872;p11"/>
          <p:cNvSpPr/>
          <p:nvPr/>
        </p:nvSpPr>
        <p:spPr>
          <a:xfrm rot="10800000">
            <a:off x="39205" y="-757722"/>
            <a:ext cx="1735200" cy="1735200"/>
          </a:xfrm>
          <a:prstGeom prst="blockArc">
            <a:avLst>
              <a:gd name="adj1" fmla="val 5958233"/>
              <a:gd name="adj2" fmla="val 2313425"/>
              <a:gd name="adj3" fmla="val 2288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11"/>
          <p:cNvSpPr/>
          <p:nvPr/>
        </p:nvSpPr>
        <p:spPr>
          <a:xfrm rot="10800000">
            <a:off x="255950" y="-712275"/>
            <a:ext cx="1643700" cy="1644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4" name="Google Shape;87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8787" y="253415"/>
            <a:ext cx="797650" cy="5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4050" y="1410474"/>
            <a:ext cx="1052700" cy="75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433887" y="4366815"/>
            <a:ext cx="797650" cy="5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526681" y="2545244"/>
            <a:ext cx="1164725" cy="835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8" name="Google Shape;878;p11"/>
          <p:cNvGrpSpPr/>
          <p:nvPr/>
        </p:nvGrpSpPr>
        <p:grpSpPr>
          <a:xfrm>
            <a:off x="6889313" y="4472001"/>
            <a:ext cx="2227588" cy="726522"/>
            <a:chOff x="5608450" y="1680311"/>
            <a:chExt cx="1039375" cy="338989"/>
          </a:xfrm>
        </p:grpSpPr>
        <p:sp>
          <p:nvSpPr>
            <p:cNvPr id="879" name="Google Shape;879;p11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1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1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1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1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1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1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1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1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1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1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1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1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1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13"/>
          <p:cNvSpPr txBox="1">
            <a:spLocks noGrp="1"/>
          </p:cNvSpPr>
          <p:nvPr>
            <p:ph type="title" idx="2"/>
          </p:nvPr>
        </p:nvSpPr>
        <p:spPr>
          <a:xfrm>
            <a:off x="21318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19" name="Google Shape;919;p13"/>
          <p:cNvSpPr txBox="1">
            <a:spLocks noGrp="1"/>
          </p:cNvSpPr>
          <p:nvPr>
            <p:ph type="subTitle" idx="1"/>
          </p:nvPr>
        </p:nvSpPr>
        <p:spPr>
          <a:xfrm>
            <a:off x="21318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13"/>
          <p:cNvSpPr txBox="1">
            <a:spLocks noGrp="1"/>
          </p:cNvSpPr>
          <p:nvPr>
            <p:ph type="title" idx="3"/>
          </p:nvPr>
        </p:nvSpPr>
        <p:spPr>
          <a:xfrm>
            <a:off x="57923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1" name="Google Shape;921;p13"/>
          <p:cNvSpPr txBox="1">
            <a:spLocks noGrp="1"/>
          </p:cNvSpPr>
          <p:nvPr>
            <p:ph type="subTitle" idx="4"/>
          </p:nvPr>
        </p:nvSpPr>
        <p:spPr>
          <a:xfrm>
            <a:off x="57923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13"/>
          <p:cNvSpPr txBox="1">
            <a:spLocks noGrp="1"/>
          </p:cNvSpPr>
          <p:nvPr>
            <p:ph type="title" idx="5"/>
          </p:nvPr>
        </p:nvSpPr>
        <p:spPr>
          <a:xfrm>
            <a:off x="21318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3" name="Google Shape;923;p13"/>
          <p:cNvSpPr txBox="1">
            <a:spLocks noGrp="1"/>
          </p:cNvSpPr>
          <p:nvPr>
            <p:ph type="subTitle" idx="6"/>
          </p:nvPr>
        </p:nvSpPr>
        <p:spPr>
          <a:xfrm>
            <a:off x="2131850" y="3376625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13"/>
          <p:cNvSpPr txBox="1">
            <a:spLocks noGrp="1"/>
          </p:cNvSpPr>
          <p:nvPr>
            <p:ph type="title" idx="7"/>
          </p:nvPr>
        </p:nvSpPr>
        <p:spPr>
          <a:xfrm>
            <a:off x="57923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5" name="Google Shape;925;p13"/>
          <p:cNvSpPr txBox="1">
            <a:spLocks noGrp="1"/>
          </p:cNvSpPr>
          <p:nvPr>
            <p:ph type="subTitle" idx="8"/>
          </p:nvPr>
        </p:nvSpPr>
        <p:spPr>
          <a:xfrm>
            <a:off x="5792350" y="3376626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13"/>
          <p:cNvSpPr txBox="1">
            <a:spLocks noGrp="1"/>
          </p:cNvSpPr>
          <p:nvPr>
            <p:ph type="title" idx="9" hasCustomPrompt="1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7" name="Google Shape;927;p13"/>
          <p:cNvSpPr txBox="1">
            <a:spLocks noGrp="1"/>
          </p:cNvSpPr>
          <p:nvPr>
            <p:ph type="title" idx="13" hasCustomPrompt="1"/>
          </p:nvPr>
        </p:nvSpPr>
        <p:spPr>
          <a:xfrm>
            <a:off x="1242050" y="32357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8" name="Google Shape;928;p13"/>
          <p:cNvSpPr txBox="1">
            <a:spLocks noGrp="1"/>
          </p:cNvSpPr>
          <p:nvPr>
            <p:ph type="title" idx="14" hasCustomPrompt="1"/>
          </p:nvPr>
        </p:nvSpPr>
        <p:spPr>
          <a:xfrm>
            <a:off x="4902258" y="19497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9" name="Google Shape;929;p13"/>
          <p:cNvSpPr txBox="1">
            <a:spLocks noGrp="1"/>
          </p:cNvSpPr>
          <p:nvPr>
            <p:ph type="title" idx="15" hasCustomPrompt="1"/>
          </p:nvPr>
        </p:nvSpPr>
        <p:spPr>
          <a:xfrm>
            <a:off x="4902258" y="32386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930" name="Google Shape;93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37325" y="3653261"/>
            <a:ext cx="2885125" cy="19214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1" name="Google Shape;931;p13"/>
          <p:cNvGrpSpPr/>
          <p:nvPr/>
        </p:nvGrpSpPr>
        <p:grpSpPr>
          <a:xfrm rot="5400000">
            <a:off x="-1082747" y="1310115"/>
            <a:ext cx="2227588" cy="726522"/>
            <a:chOff x="3857800" y="1143286"/>
            <a:chExt cx="1039375" cy="338989"/>
          </a:xfrm>
        </p:grpSpPr>
        <p:sp>
          <p:nvSpPr>
            <p:cNvPr id="932" name="Google Shape;932;p1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3"/>
          <p:cNvGrpSpPr/>
          <p:nvPr/>
        </p:nvGrpSpPr>
        <p:grpSpPr>
          <a:xfrm flipH="1">
            <a:off x="8430779" y="791666"/>
            <a:ext cx="2227588" cy="726522"/>
            <a:chOff x="3620725" y="372750"/>
            <a:chExt cx="1039375" cy="338989"/>
          </a:xfrm>
        </p:grpSpPr>
        <p:sp>
          <p:nvSpPr>
            <p:cNvPr id="963" name="Google Shape;963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6" name="Google Shape;996;p13"/>
          <p:cNvSpPr/>
          <p:nvPr/>
        </p:nvSpPr>
        <p:spPr>
          <a:xfrm rot="8403335">
            <a:off x="-394847" y="-476389"/>
            <a:ext cx="1410650" cy="1410650"/>
          </a:xfrm>
          <a:prstGeom prst="blockArc">
            <a:avLst>
              <a:gd name="adj1" fmla="val 10800000"/>
              <a:gd name="adj2" fmla="val 138617"/>
              <a:gd name="adj3" fmla="val 2112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3"/>
          <p:cNvSpPr/>
          <p:nvPr/>
        </p:nvSpPr>
        <p:spPr>
          <a:xfrm>
            <a:off x="-395376" y="-2179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8" name="Google Shape;998;p13"/>
          <p:cNvGrpSpPr/>
          <p:nvPr/>
        </p:nvGrpSpPr>
        <p:grpSpPr>
          <a:xfrm>
            <a:off x="7753454" y="-41534"/>
            <a:ext cx="2227588" cy="726522"/>
            <a:chOff x="3620725" y="372750"/>
            <a:chExt cx="1039375" cy="338989"/>
          </a:xfrm>
        </p:grpSpPr>
        <p:sp>
          <p:nvSpPr>
            <p:cNvPr id="999" name="Google Shape;999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6" name="Google Shape;10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50" y="3899975"/>
            <a:ext cx="1041075" cy="109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7" name="Google Shape;1037;p13"/>
          <p:cNvGrpSpPr/>
          <p:nvPr/>
        </p:nvGrpSpPr>
        <p:grpSpPr>
          <a:xfrm>
            <a:off x="782362" y="4049869"/>
            <a:ext cx="317072" cy="126020"/>
            <a:chOff x="4481802" y="1143286"/>
            <a:chExt cx="147943" cy="58800"/>
          </a:xfrm>
        </p:grpSpPr>
        <p:sp>
          <p:nvSpPr>
            <p:cNvPr id="1038" name="Google Shape;10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040;p13"/>
          <p:cNvGrpSpPr/>
          <p:nvPr/>
        </p:nvGrpSpPr>
        <p:grpSpPr>
          <a:xfrm>
            <a:off x="4850553" y="4656385"/>
            <a:ext cx="2227589" cy="726958"/>
            <a:chOff x="6972150" y="711750"/>
            <a:chExt cx="1039375" cy="339193"/>
          </a:xfrm>
        </p:grpSpPr>
        <p:sp>
          <p:nvSpPr>
            <p:cNvPr id="1041" name="Google Shape;1041;p13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3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3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3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3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3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3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3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3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3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3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3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3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3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3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3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3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3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3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3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3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72" name="Google Shape;10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1775" y="280525"/>
            <a:ext cx="923250" cy="12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3"/>
          <p:cNvSpPr/>
          <p:nvPr/>
        </p:nvSpPr>
        <p:spPr>
          <a:xfrm rot="999904">
            <a:off x="3358951" y="4439227"/>
            <a:ext cx="2408148" cy="2408148"/>
          </a:xfrm>
          <a:prstGeom prst="blockArc">
            <a:avLst>
              <a:gd name="adj1" fmla="val 10800000"/>
              <a:gd name="adj2" fmla="val 122097"/>
              <a:gd name="adj3" fmla="val 1551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4"/>
          <p:cNvSpPr txBox="1">
            <a:spLocks noGrp="1"/>
          </p:cNvSpPr>
          <p:nvPr>
            <p:ph type="title"/>
          </p:nvPr>
        </p:nvSpPr>
        <p:spPr>
          <a:xfrm>
            <a:off x="1000772" y="2773363"/>
            <a:ext cx="35676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76" name="Google Shape;1076;p14"/>
          <p:cNvSpPr txBox="1">
            <a:spLocks noGrp="1"/>
          </p:cNvSpPr>
          <p:nvPr>
            <p:ph type="title" idx="2" hasCustomPrompt="1"/>
          </p:nvPr>
        </p:nvSpPr>
        <p:spPr>
          <a:xfrm>
            <a:off x="2160366" y="1306338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77" name="Google Shape;1077;p14"/>
          <p:cNvSpPr txBox="1">
            <a:spLocks noGrp="1"/>
          </p:cNvSpPr>
          <p:nvPr>
            <p:ph type="subTitle" idx="1"/>
          </p:nvPr>
        </p:nvSpPr>
        <p:spPr>
          <a:xfrm>
            <a:off x="1410216" y="3586944"/>
            <a:ext cx="2748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8" name="Google Shape;1078;p14"/>
          <p:cNvSpPr/>
          <p:nvPr/>
        </p:nvSpPr>
        <p:spPr>
          <a:xfrm>
            <a:off x="4902603" y="-760147"/>
            <a:ext cx="1602300" cy="1602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14"/>
          <p:cNvSpPr/>
          <p:nvPr/>
        </p:nvSpPr>
        <p:spPr>
          <a:xfrm flipH="1">
            <a:off x="-720049" y="-504550"/>
            <a:ext cx="1970400" cy="1970400"/>
          </a:xfrm>
          <a:prstGeom prst="blockArc">
            <a:avLst>
              <a:gd name="adj1" fmla="val 3139239"/>
              <a:gd name="adj2" fmla="val 14630311"/>
              <a:gd name="adj3" fmla="val 2349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14"/>
          <p:cNvSpPr/>
          <p:nvPr/>
        </p:nvSpPr>
        <p:spPr>
          <a:xfrm>
            <a:off x="-944548" y="147875"/>
            <a:ext cx="1843800" cy="1843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1" name="Google Shape;1081;p14"/>
          <p:cNvGrpSpPr/>
          <p:nvPr/>
        </p:nvGrpSpPr>
        <p:grpSpPr>
          <a:xfrm rot="10800000" flipH="1">
            <a:off x="51449" y="2982274"/>
            <a:ext cx="526334" cy="2227568"/>
            <a:chOff x="9663874" y="1645892"/>
            <a:chExt cx="526334" cy="2227568"/>
          </a:xfrm>
        </p:grpSpPr>
        <p:sp>
          <p:nvSpPr>
            <p:cNvPr id="1082" name="Google Shape;1082;p14"/>
            <p:cNvSpPr/>
            <p:nvPr/>
          </p:nvSpPr>
          <p:spPr>
            <a:xfrm rot="5400000">
              <a:off x="10064208" y="35564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 rot="5400000">
              <a:off x="9864041" y="374746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 rot="5400000">
              <a:off x="9663874" y="374746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 rot="5400000">
              <a:off x="9864041" y="336535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 rot="5400000">
              <a:off x="9663874" y="336535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 rot="5400000">
              <a:off x="9864041" y="29832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 rot="5400000">
              <a:off x="9663874" y="29832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 rot="5400000">
              <a:off x="9864041" y="317430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 rot="5400000">
              <a:off x="9864041" y="279220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 rot="5400000">
              <a:off x="9663874" y="279220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 rot="5400000">
              <a:off x="10064208" y="24100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 rot="5400000">
              <a:off x="10064208" y="260115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 rot="5400000">
              <a:off x="9864041" y="260115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 rot="5400000">
              <a:off x="10064208" y="221904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 rot="5400000">
              <a:off x="9864041" y="221904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 rot="5400000">
              <a:off x="10064208" y="183694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 rot="5400000">
              <a:off x="9663874" y="183694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 rot="5400000">
              <a:off x="10064208" y="202799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 rot="5400000">
              <a:off x="9864041" y="202799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 rot="5400000">
              <a:off x="9663874" y="202799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 rot="5400000">
              <a:off x="10064208" y="164589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4"/>
            <p:cNvSpPr/>
            <p:nvPr/>
          </p:nvSpPr>
          <p:spPr>
            <a:xfrm rot="5400000">
              <a:off x="9864041" y="164589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4"/>
            <p:cNvSpPr/>
            <p:nvPr/>
          </p:nvSpPr>
          <p:spPr>
            <a:xfrm rot="5400000">
              <a:off x="9663874" y="164589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5" name="Google Shape;1105;p14"/>
          <p:cNvSpPr/>
          <p:nvPr/>
        </p:nvSpPr>
        <p:spPr>
          <a:xfrm>
            <a:off x="5854026" y="386019"/>
            <a:ext cx="5011500" cy="5011500"/>
          </a:xfrm>
          <a:prstGeom prst="blockArc">
            <a:avLst>
              <a:gd name="adj1" fmla="val 3870717"/>
              <a:gd name="adj2" fmla="val 17792570"/>
              <a:gd name="adj3" fmla="val 6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14"/>
          <p:cNvSpPr/>
          <p:nvPr/>
        </p:nvSpPr>
        <p:spPr>
          <a:xfrm>
            <a:off x="5889126" y="254025"/>
            <a:ext cx="4348500" cy="4350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7"/>
          <p:cNvSpPr txBox="1">
            <a:spLocks noGrp="1"/>
          </p:cNvSpPr>
          <p:nvPr>
            <p:ph type="title"/>
          </p:nvPr>
        </p:nvSpPr>
        <p:spPr>
          <a:xfrm>
            <a:off x="4450946" y="1493550"/>
            <a:ext cx="3493200" cy="12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325" name="Google Shape;1325;p17"/>
          <p:cNvSpPr txBox="1">
            <a:spLocks noGrp="1"/>
          </p:cNvSpPr>
          <p:nvPr>
            <p:ph type="subTitle" idx="1"/>
          </p:nvPr>
        </p:nvSpPr>
        <p:spPr>
          <a:xfrm>
            <a:off x="4450925" y="2634150"/>
            <a:ext cx="34932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6" name="Google Shape;1326;p17"/>
          <p:cNvSpPr/>
          <p:nvPr/>
        </p:nvSpPr>
        <p:spPr>
          <a:xfrm rot="-5400000">
            <a:off x="3094299" y="4025425"/>
            <a:ext cx="2102100" cy="2102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7" name="Google Shape;1327;p17"/>
          <p:cNvGrpSpPr/>
          <p:nvPr/>
        </p:nvGrpSpPr>
        <p:grpSpPr>
          <a:xfrm>
            <a:off x="7342730" y="-239484"/>
            <a:ext cx="2227589" cy="1527191"/>
            <a:chOff x="5519300" y="372750"/>
            <a:chExt cx="1039375" cy="712575"/>
          </a:xfrm>
        </p:grpSpPr>
        <p:sp>
          <p:nvSpPr>
            <p:cNvPr id="1328" name="Google Shape;1328;p1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5" name="Google Shape;1395;p17"/>
          <p:cNvSpPr/>
          <p:nvPr/>
        </p:nvSpPr>
        <p:spPr>
          <a:xfrm rot="-1856039">
            <a:off x="8454804" y="1900412"/>
            <a:ext cx="2574846" cy="2574846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17"/>
          <p:cNvSpPr/>
          <p:nvPr/>
        </p:nvSpPr>
        <p:spPr>
          <a:xfrm>
            <a:off x="8472788" y="1832675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17"/>
          <p:cNvSpPr/>
          <p:nvPr/>
        </p:nvSpPr>
        <p:spPr>
          <a:xfrm rot="-6009249">
            <a:off x="4503832" y="-1121226"/>
            <a:ext cx="2030097" cy="2030097"/>
          </a:xfrm>
          <a:prstGeom prst="blockArc">
            <a:avLst>
              <a:gd name="adj1" fmla="val 5958233"/>
              <a:gd name="adj2" fmla="val 17663173"/>
              <a:gd name="adj3" fmla="val 2497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17"/>
          <p:cNvSpPr/>
          <p:nvPr/>
        </p:nvSpPr>
        <p:spPr>
          <a:xfrm rot="-8814536">
            <a:off x="-1455112" y="-720135"/>
            <a:ext cx="3302921" cy="3302921"/>
          </a:xfrm>
          <a:prstGeom prst="blockArc">
            <a:avLst>
              <a:gd name="adj1" fmla="val 5958233"/>
              <a:gd name="adj2" fmla="val 15340052"/>
              <a:gd name="adj3" fmla="val 859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"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9"/>
          <p:cNvSpPr txBox="1">
            <a:spLocks noGrp="1"/>
          </p:cNvSpPr>
          <p:nvPr>
            <p:ph type="subTitle" idx="1"/>
          </p:nvPr>
        </p:nvSpPr>
        <p:spPr>
          <a:xfrm>
            <a:off x="1261600" y="3442625"/>
            <a:ext cx="3045600" cy="8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5" name="Google Shape;1475;p19"/>
          <p:cNvSpPr txBox="1">
            <a:spLocks noGrp="1"/>
          </p:cNvSpPr>
          <p:nvPr>
            <p:ph type="title"/>
          </p:nvPr>
        </p:nvSpPr>
        <p:spPr>
          <a:xfrm>
            <a:off x="1261600" y="2754425"/>
            <a:ext cx="30456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1476" name="Google Shape;1476;p19"/>
          <p:cNvGrpSpPr/>
          <p:nvPr/>
        </p:nvGrpSpPr>
        <p:grpSpPr>
          <a:xfrm>
            <a:off x="5306305" y="3420416"/>
            <a:ext cx="2227589" cy="1527191"/>
            <a:chOff x="5519300" y="372750"/>
            <a:chExt cx="1039375" cy="712575"/>
          </a:xfrm>
        </p:grpSpPr>
        <p:sp>
          <p:nvSpPr>
            <p:cNvPr id="1477" name="Google Shape;1477;p19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9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9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9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9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19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19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19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19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9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9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9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9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9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9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9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9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9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9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9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9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9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9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9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9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9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9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9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9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9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4" name="Google Shape;1544;p19"/>
          <p:cNvSpPr/>
          <p:nvPr/>
        </p:nvSpPr>
        <p:spPr>
          <a:xfrm rot="5400000">
            <a:off x="4155725" y="4470421"/>
            <a:ext cx="1647000" cy="1647000"/>
          </a:xfrm>
          <a:prstGeom prst="blockArc">
            <a:avLst>
              <a:gd name="adj1" fmla="val 4879357"/>
              <a:gd name="adj2" fmla="val 17324067"/>
              <a:gd name="adj3" fmla="val 2579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19"/>
          <p:cNvSpPr/>
          <p:nvPr/>
        </p:nvSpPr>
        <p:spPr>
          <a:xfrm rot="10800000" flipH="1">
            <a:off x="4073085" y="4576593"/>
            <a:ext cx="15267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19"/>
          <p:cNvSpPr/>
          <p:nvPr/>
        </p:nvSpPr>
        <p:spPr>
          <a:xfrm flipH="1">
            <a:off x="-1308567" y="-93890"/>
            <a:ext cx="2574600" cy="2574600"/>
          </a:xfrm>
          <a:prstGeom prst="blockArc">
            <a:avLst>
              <a:gd name="adj1" fmla="val 4879357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19"/>
          <p:cNvSpPr/>
          <p:nvPr/>
        </p:nvSpPr>
        <p:spPr>
          <a:xfrm flipH="1">
            <a:off x="-564297" y="-1617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8" name="Google Shape;1548;p19"/>
          <p:cNvGrpSpPr/>
          <p:nvPr/>
        </p:nvGrpSpPr>
        <p:grpSpPr>
          <a:xfrm flipH="1">
            <a:off x="7316928" y="167285"/>
            <a:ext cx="2227589" cy="726958"/>
            <a:chOff x="6972150" y="711750"/>
            <a:chExt cx="1039375" cy="339193"/>
          </a:xfrm>
        </p:grpSpPr>
        <p:sp>
          <p:nvSpPr>
            <p:cNvPr id="1549" name="Google Shape;1549;p19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9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9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9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9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9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9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"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20"/>
          <p:cNvSpPr/>
          <p:nvPr/>
        </p:nvSpPr>
        <p:spPr>
          <a:xfrm rot="-5400000">
            <a:off x="2057213" y="-1133420"/>
            <a:ext cx="2574600" cy="2574600"/>
          </a:xfrm>
          <a:prstGeom prst="blockArc">
            <a:avLst>
              <a:gd name="adj1" fmla="val 3945880"/>
              <a:gd name="adj2" fmla="val 17571315"/>
              <a:gd name="adj3" fmla="val 91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20"/>
          <p:cNvSpPr txBox="1">
            <a:spLocks noGrp="1"/>
          </p:cNvSpPr>
          <p:nvPr>
            <p:ph type="subTitle" idx="1"/>
          </p:nvPr>
        </p:nvSpPr>
        <p:spPr>
          <a:xfrm>
            <a:off x="4742550" y="2525550"/>
            <a:ext cx="3278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4" name="Google Shape;1584;p20"/>
          <p:cNvSpPr txBox="1">
            <a:spLocks noGrp="1"/>
          </p:cNvSpPr>
          <p:nvPr>
            <p:ph type="title"/>
          </p:nvPr>
        </p:nvSpPr>
        <p:spPr>
          <a:xfrm>
            <a:off x="4742550" y="1786650"/>
            <a:ext cx="32784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85" name="Google Shape;1585;p20"/>
          <p:cNvSpPr/>
          <p:nvPr/>
        </p:nvSpPr>
        <p:spPr>
          <a:xfrm rot="-5400000">
            <a:off x="2294425" y="-560575"/>
            <a:ext cx="1900500" cy="1901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6" name="Google Shape;1586;p20"/>
          <p:cNvGrpSpPr/>
          <p:nvPr/>
        </p:nvGrpSpPr>
        <p:grpSpPr>
          <a:xfrm>
            <a:off x="269278" y="4129948"/>
            <a:ext cx="2227589" cy="726958"/>
            <a:chOff x="6972150" y="711750"/>
            <a:chExt cx="1039375" cy="339193"/>
          </a:xfrm>
        </p:grpSpPr>
        <p:sp>
          <p:nvSpPr>
            <p:cNvPr id="1587" name="Google Shape;1587;p20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0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0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0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0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0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0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0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0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0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0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0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0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9" name="Google Shape;1619;p20"/>
          <p:cNvGrpSpPr/>
          <p:nvPr/>
        </p:nvGrpSpPr>
        <p:grpSpPr>
          <a:xfrm rot="-5400000">
            <a:off x="-80933" y="615228"/>
            <a:ext cx="2227589" cy="1527191"/>
            <a:chOff x="5519300" y="372750"/>
            <a:chExt cx="1039375" cy="712575"/>
          </a:xfrm>
        </p:grpSpPr>
        <p:sp>
          <p:nvSpPr>
            <p:cNvPr id="1620" name="Google Shape;1620;p20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0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0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0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0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0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0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0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0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0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0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0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0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0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0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0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0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0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0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0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0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0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0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0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0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0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0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0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0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0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0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0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0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0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0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0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0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0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0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0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0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_1_1_1_1_1"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22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35" name="Google Shape;1835;p22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836" name="Google Shape;1836;p22"/>
          <p:cNvGrpSpPr/>
          <p:nvPr/>
        </p:nvGrpSpPr>
        <p:grpSpPr>
          <a:xfrm rot="5400000">
            <a:off x="-809808" y="679905"/>
            <a:ext cx="2227588" cy="726522"/>
            <a:chOff x="3799000" y="1820400"/>
            <a:chExt cx="1039375" cy="338989"/>
          </a:xfrm>
        </p:grpSpPr>
        <p:sp>
          <p:nvSpPr>
            <p:cNvPr id="1837" name="Google Shape;1837;p22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2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2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2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2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2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2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2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2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2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2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22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22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2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2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2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2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2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2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2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2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2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2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2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2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2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2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2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2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2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2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2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2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2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2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2" name="Google Shape;1872;p22"/>
          <p:cNvGrpSpPr/>
          <p:nvPr/>
        </p:nvGrpSpPr>
        <p:grpSpPr>
          <a:xfrm>
            <a:off x="8402730" y="2587316"/>
            <a:ext cx="2227589" cy="1527191"/>
            <a:chOff x="5519300" y="372750"/>
            <a:chExt cx="1039375" cy="712575"/>
          </a:xfrm>
        </p:grpSpPr>
        <p:sp>
          <p:nvSpPr>
            <p:cNvPr id="1873" name="Google Shape;1873;p2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0" name="Google Shape;1940;p22"/>
          <p:cNvSpPr/>
          <p:nvPr/>
        </p:nvSpPr>
        <p:spPr>
          <a:xfrm rot="-899876">
            <a:off x="8160183" y="3901748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22"/>
          <p:cNvSpPr/>
          <p:nvPr/>
        </p:nvSpPr>
        <p:spPr>
          <a:xfrm>
            <a:off x="8167884" y="4291480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2" name="Google Shape;1942;p22"/>
          <p:cNvSpPr/>
          <p:nvPr/>
        </p:nvSpPr>
        <p:spPr>
          <a:xfrm flipH="1">
            <a:off x="-2104850" y="2015612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3" name="Google Shape;1943;p22"/>
          <p:cNvSpPr/>
          <p:nvPr/>
        </p:nvSpPr>
        <p:spPr>
          <a:xfrm flipH="1">
            <a:off x="-1488152" y="2128389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4" name="Google Shape;194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9074" y="3095000"/>
            <a:ext cx="1096325" cy="78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22"/>
          <p:cNvSpPr/>
          <p:nvPr/>
        </p:nvSpPr>
        <p:spPr>
          <a:xfrm rot="-3508339">
            <a:off x="8149368" y="-1588885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"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23"/>
          <p:cNvSpPr txBox="1">
            <a:spLocks noGrp="1"/>
          </p:cNvSpPr>
          <p:nvPr>
            <p:ph type="title"/>
          </p:nvPr>
        </p:nvSpPr>
        <p:spPr>
          <a:xfrm>
            <a:off x="3970800" y="445025"/>
            <a:ext cx="44838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48" name="Google Shape;1948;p23"/>
          <p:cNvSpPr txBox="1">
            <a:spLocks noGrp="1"/>
          </p:cNvSpPr>
          <p:nvPr>
            <p:ph type="title" idx="2"/>
          </p:nvPr>
        </p:nvSpPr>
        <p:spPr>
          <a:xfrm>
            <a:off x="5277829" y="1379975"/>
            <a:ext cx="285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9" name="Google Shape;1949;p23"/>
          <p:cNvSpPr txBox="1">
            <a:spLocks noGrp="1"/>
          </p:cNvSpPr>
          <p:nvPr>
            <p:ph type="subTitle" idx="1"/>
          </p:nvPr>
        </p:nvSpPr>
        <p:spPr>
          <a:xfrm>
            <a:off x="5277829" y="1809524"/>
            <a:ext cx="2858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0" name="Google Shape;1950;p23"/>
          <p:cNvSpPr txBox="1">
            <a:spLocks noGrp="1"/>
          </p:cNvSpPr>
          <p:nvPr>
            <p:ph type="title" idx="3"/>
          </p:nvPr>
        </p:nvSpPr>
        <p:spPr>
          <a:xfrm>
            <a:off x="5277825" y="3050476"/>
            <a:ext cx="285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51" name="Google Shape;1951;p23"/>
          <p:cNvSpPr txBox="1">
            <a:spLocks noGrp="1"/>
          </p:cNvSpPr>
          <p:nvPr>
            <p:ph type="subTitle" idx="4"/>
          </p:nvPr>
        </p:nvSpPr>
        <p:spPr>
          <a:xfrm>
            <a:off x="5277825" y="3480025"/>
            <a:ext cx="2858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2" name="Google Shape;1952;p23"/>
          <p:cNvSpPr/>
          <p:nvPr/>
        </p:nvSpPr>
        <p:spPr>
          <a:xfrm flipH="1">
            <a:off x="-1229493" y="2407871"/>
            <a:ext cx="2468100" cy="2468100"/>
          </a:xfrm>
          <a:prstGeom prst="blockArc">
            <a:avLst>
              <a:gd name="adj1" fmla="val 4832860"/>
              <a:gd name="adj2" fmla="val 19296739"/>
              <a:gd name="adj3" fmla="val 923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23"/>
          <p:cNvSpPr/>
          <p:nvPr/>
        </p:nvSpPr>
        <p:spPr>
          <a:xfrm>
            <a:off x="-753325" y="2573175"/>
            <a:ext cx="1725900" cy="1725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4" name="Google Shape;1954;p23"/>
          <p:cNvGrpSpPr/>
          <p:nvPr/>
        </p:nvGrpSpPr>
        <p:grpSpPr>
          <a:xfrm rot="-5400000">
            <a:off x="7773103" y="3158403"/>
            <a:ext cx="2227588" cy="726522"/>
            <a:chOff x="3857800" y="1143286"/>
            <a:chExt cx="1039375" cy="338989"/>
          </a:xfrm>
        </p:grpSpPr>
        <p:sp>
          <p:nvSpPr>
            <p:cNvPr id="1955" name="Google Shape;1955;p2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5" name="Google Shape;1985;p23"/>
          <p:cNvSpPr/>
          <p:nvPr/>
        </p:nvSpPr>
        <p:spPr>
          <a:xfrm>
            <a:off x="8622516" y="1485980"/>
            <a:ext cx="1378800" cy="1378800"/>
          </a:xfrm>
          <a:prstGeom prst="blockArc">
            <a:avLst>
              <a:gd name="adj1" fmla="val 4832860"/>
              <a:gd name="adj2" fmla="val 18782450"/>
              <a:gd name="adj3" fmla="val 2026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23"/>
          <p:cNvSpPr/>
          <p:nvPr/>
        </p:nvSpPr>
        <p:spPr>
          <a:xfrm>
            <a:off x="2468575" y="-646225"/>
            <a:ext cx="1185600" cy="1185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3_1_1_2"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2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11" name="Google Shape;2111;p25"/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25"/>
          <p:cNvSpPr txBox="1">
            <a:spLocks noGrp="1"/>
          </p:cNvSpPr>
          <p:nvPr>
            <p:ph type="subTitle" idx="2"/>
          </p:nvPr>
        </p:nvSpPr>
        <p:spPr>
          <a:xfrm>
            <a:off x="4770564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3" name="Google Shape;2113;p25"/>
          <p:cNvGrpSpPr/>
          <p:nvPr/>
        </p:nvGrpSpPr>
        <p:grpSpPr>
          <a:xfrm rot="5400000">
            <a:off x="-716077" y="3282010"/>
            <a:ext cx="2227568" cy="326604"/>
            <a:chOff x="5911703" y="-1770615"/>
            <a:chExt cx="2227568" cy="326604"/>
          </a:xfrm>
        </p:grpSpPr>
        <p:sp>
          <p:nvSpPr>
            <p:cNvPr id="2114" name="Google Shape;2114;p25"/>
            <p:cNvSpPr/>
            <p:nvPr/>
          </p:nvSpPr>
          <p:spPr>
            <a:xfrm>
              <a:off x="8013271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7631168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724906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705801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610275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6293806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1170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782221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801327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7249064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744011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705801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667590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686696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6484858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629380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1170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1" name="Google Shape;2131;p25"/>
          <p:cNvSpPr/>
          <p:nvPr/>
        </p:nvSpPr>
        <p:spPr>
          <a:xfrm rot="8223760" flipH="1">
            <a:off x="8066614" y="3302903"/>
            <a:ext cx="1986206" cy="1986646"/>
          </a:xfrm>
          <a:prstGeom prst="blockArc">
            <a:avLst>
              <a:gd name="adj1" fmla="val 5100224"/>
              <a:gd name="adj2" fmla="val 16890590"/>
              <a:gd name="adj3" fmla="val 2586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25"/>
          <p:cNvSpPr/>
          <p:nvPr/>
        </p:nvSpPr>
        <p:spPr>
          <a:xfrm rot="8223572" flipH="1">
            <a:off x="8098025" y="3495149"/>
            <a:ext cx="1534706" cy="153472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25"/>
          <p:cNvSpPr/>
          <p:nvPr/>
        </p:nvSpPr>
        <p:spPr>
          <a:xfrm rot="656896" flipH="1">
            <a:off x="-1466385" y="950324"/>
            <a:ext cx="2255655" cy="2255712"/>
          </a:xfrm>
          <a:prstGeom prst="blockArc">
            <a:avLst>
              <a:gd name="adj1" fmla="val 5100224"/>
              <a:gd name="adj2" fmla="val 17105252"/>
              <a:gd name="adj3" fmla="val 229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p25"/>
          <p:cNvSpPr/>
          <p:nvPr/>
        </p:nvSpPr>
        <p:spPr>
          <a:xfrm rot="656663" flipH="1">
            <a:off x="-951810" y="1473801"/>
            <a:ext cx="1742900" cy="174295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5" name="Google Shape;2135;p25"/>
          <p:cNvGrpSpPr/>
          <p:nvPr/>
        </p:nvGrpSpPr>
        <p:grpSpPr>
          <a:xfrm rot="-5400000" flipH="1">
            <a:off x="7876900" y="1636706"/>
            <a:ext cx="2036537" cy="726522"/>
            <a:chOff x="5697593" y="1680311"/>
            <a:chExt cx="950232" cy="338989"/>
          </a:xfrm>
        </p:grpSpPr>
        <p:sp>
          <p:nvSpPr>
            <p:cNvPr id="2136" name="Google Shape;2136;p25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5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5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5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5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5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flipH="1">
            <a:off x="-381821" y="-103359"/>
            <a:ext cx="2227588" cy="726522"/>
            <a:chOff x="3620725" y="372750"/>
            <a:chExt cx="1039375" cy="338989"/>
          </a:xfrm>
        </p:grpSpPr>
        <p:sp>
          <p:nvSpPr>
            <p:cNvPr id="2167" name="Google Shape;2167;p25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5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5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5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5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5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5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5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5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5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5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5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5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5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5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5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5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5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5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5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5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5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5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5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5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5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5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5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04" name="Google Shape;22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34597" y="3947683"/>
            <a:ext cx="665700" cy="1111385"/>
          </a:xfrm>
          <a:prstGeom prst="rect">
            <a:avLst/>
          </a:prstGeom>
          <a:noFill/>
          <a:ln>
            <a:noFill/>
          </a:ln>
        </p:spPr>
      </p:pic>
      <p:sp>
        <p:nvSpPr>
          <p:cNvPr id="2205" name="Google Shape;2205;p25"/>
          <p:cNvSpPr/>
          <p:nvPr/>
        </p:nvSpPr>
        <p:spPr>
          <a:xfrm rot="-4743008" flipH="1">
            <a:off x="936100" y="4678764"/>
            <a:ext cx="2593314" cy="2593371"/>
          </a:xfrm>
          <a:prstGeom prst="blockArc">
            <a:avLst>
              <a:gd name="adj1" fmla="val 5100224"/>
              <a:gd name="adj2" fmla="val 16747037"/>
              <a:gd name="adj3" fmla="val 1124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25"/>
          <p:cNvSpPr/>
          <p:nvPr/>
        </p:nvSpPr>
        <p:spPr>
          <a:xfrm rot="-4743408" flipH="1">
            <a:off x="1537977" y="4676626"/>
            <a:ext cx="2003838" cy="200389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_1_1"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2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209" name="Google Shape;2209;p26"/>
          <p:cNvSpPr txBox="1">
            <a:spLocks noGrp="1"/>
          </p:cNvSpPr>
          <p:nvPr>
            <p:ph type="title" idx="2"/>
          </p:nvPr>
        </p:nvSpPr>
        <p:spPr>
          <a:xfrm>
            <a:off x="1099200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0" name="Google Shape;2210;p26"/>
          <p:cNvSpPr txBox="1">
            <a:spLocks noGrp="1"/>
          </p:cNvSpPr>
          <p:nvPr>
            <p:ph type="subTitle" idx="1"/>
          </p:nvPr>
        </p:nvSpPr>
        <p:spPr>
          <a:xfrm>
            <a:off x="1099200" y="3370599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1" name="Google Shape;2211;p26"/>
          <p:cNvSpPr txBox="1">
            <a:spLocks noGrp="1"/>
          </p:cNvSpPr>
          <p:nvPr>
            <p:ph type="title" idx="3"/>
          </p:nvPr>
        </p:nvSpPr>
        <p:spPr>
          <a:xfrm>
            <a:off x="3528012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2" name="Google Shape;2212;p26"/>
          <p:cNvSpPr txBox="1">
            <a:spLocks noGrp="1"/>
          </p:cNvSpPr>
          <p:nvPr>
            <p:ph type="subTitle" idx="4"/>
          </p:nvPr>
        </p:nvSpPr>
        <p:spPr>
          <a:xfrm>
            <a:off x="3528012" y="3370600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3" name="Google Shape;2213;p26"/>
          <p:cNvSpPr txBox="1">
            <a:spLocks noGrp="1"/>
          </p:cNvSpPr>
          <p:nvPr>
            <p:ph type="title" idx="5"/>
          </p:nvPr>
        </p:nvSpPr>
        <p:spPr>
          <a:xfrm>
            <a:off x="5956750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4" name="Google Shape;2214;p26"/>
          <p:cNvSpPr txBox="1">
            <a:spLocks noGrp="1"/>
          </p:cNvSpPr>
          <p:nvPr>
            <p:ph type="subTitle" idx="6"/>
          </p:nvPr>
        </p:nvSpPr>
        <p:spPr>
          <a:xfrm>
            <a:off x="5956750" y="3370600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5" name="Google Shape;2215;p26"/>
          <p:cNvGrpSpPr/>
          <p:nvPr/>
        </p:nvGrpSpPr>
        <p:grpSpPr>
          <a:xfrm>
            <a:off x="7130578" y="4680303"/>
            <a:ext cx="2227588" cy="726522"/>
            <a:chOff x="3857800" y="1143286"/>
            <a:chExt cx="1039375" cy="338989"/>
          </a:xfrm>
        </p:grpSpPr>
        <p:sp>
          <p:nvSpPr>
            <p:cNvPr id="2216" name="Google Shape;2216;p26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6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6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6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6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6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6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6" name="Google Shape;2246;p26"/>
          <p:cNvGrpSpPr/>
          <p:nvPr/>
        </p:nvGrpSpPr>
        <p:grpSpPr>
          <a:xfrm>
            <a:off x="-254692" y="-76870"/>
            <a:ext cx="2227588" cy="726522"/>
            <a:chOff x="5608450" y="1680311"/>
            <a:chExt cx="1039375" cy="338989"/>
          </a:xfrm>
        </p:grpSpPr>
        <p:sp>
          <p:nvSpPr>
            <p:cNvPr id="2247" name="Google Shape;2247;p26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6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6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26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26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6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6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6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6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6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6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26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26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26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26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26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26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26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26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6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6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6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3" name="Google Shape;2283;p26"/>
          <p:cNvSpPr/>
          <p:nvPr/>
        </p:nvSpPr>
        <p:spPr>
          <a:xfrm rot="-1856039">
            <a:off x="8454804" y="2577737"/>
            <a:ext cx="2574846" cy="2574846"/>
          </a:xfrm>
          <a:prstGeom prst="blockArc">
            <a:avLst>
              <a:gd name="adj1" fmla="val 5958233"/>
              <a:gd name="adj2" fmla="val 17338531"/>
              <a:gd name="adj3" fmla="val 848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4" name="Google Shape;2284;p26"/>
          <p:cNvSpPr/>
          <p:nvPr/>
        </p:nvSpPr>
        <p:spPr>
          <a:xfrm>
            <a:off x="8472788" y="25100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5" name="Google Shape;2285;p26"/>
          <p:cNvSpPr/>
          <p:nvPr/>
        </p:nvSpPr>
        <p:spPr>
          <a:xfrm rot="1856039" flipH="1">
            <a:off x="-1791221" y="147812"/>
            <a:ext cx="2574846" cy="2574846"/>
          </a:xfrm>
          <a:prstGeom prst="blockArc">
            <a:avLst>
              <a:gd name="adj1" fmla="val 5958233"/>
              <a:gd name="adj2" fmla="val 17474158"/>
              <a:gd name="adj3" fmla="val 1592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6" name="Google Shape;2286;p26"/>
          <p:cNvSpPr/>
          <p:nvPr/>
        </p:nvSpPr>
        <p:spPr>
          <a:xfrm flipH="1">
            <a:off x="-1205123" y="422875"/>
            <a:ext cx="2118000" cy="2118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26"/>
          <p:cNvSpPr/>
          <p:nvPr/>
        </p:nvSpPr>
        <p:spPr>
          <a:xfrm>
            <a:off x="6337536" y="4893650"/>
            <a:ext cx="1326600" cy="132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8" name="Google Shape;2288;p26"/>
          <p:cNvGrpSpPr/>
          <p:nvPr/>
        </p:nvGrpSpPr>
        <p:grpSpPr>
          <a:xfrm>
            <a:off x="282666" y="4529415"/>
            <a:ext cx="485944" cy="339170"/>
            <a:chOff x="5265975" y="1869575"/>
            <a:chExt cx="269400" cy="128825"/>
          </a:xfrm>
        </p:grpSpPr>
        <p:cxnSp>
          <p:nvCxnSpPr>
            <p:cNvPr id="2289" name="Google Shape;2289;p26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0" name="Google Shape;2290;p26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1" name="Google Shape;2291;p26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2" name="Google Shape;2292;p26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3" name="Google Shape;2293;p26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_1_1_1_1_1_1_1_1">
    <p:spTree>
      <p:nvGrpSpPr>
        <p:cNvPr id="1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27"/>
          <p:cNvSpPr txBox="1">
            <a:spLocks noGrp="1"/>
          </p:cNvSpPr>
          <p:nvPr>
            <p:ph type="title"/>
          </p:nvPr>
        </p:nvSpPr>
        <p:spPr>
          <a:xfrm>
            <a:off x="4567401" y="445025"/>
            <a:ext cx="38634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296" name="Google Shape;2296;p27"/>
          <p:cNvSpPr txBox="1">
            <a:spLocks noGrp="1"/>
          </p:cNvSpPr>
          <p:nvPr>
            <p:ph type="title" idx="2"/>
          </p:nvPr>
        </p:nvSpPr>
        <p:spPr>
          <a:xfrm>
            <a:off x="5368999" y="1240325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97" name="Google Shape;2297;p27"/>
          <p:cNvSpPr txBox="1">
            <a:spLocks noGrp="1"/>
          </p:cNvSpPr>
          <p:nvPr>
            <p:ph type="subTitle" idx="1"/>
          </p:nvPr>
        </p:nvSpPr>
        <p:spPr>
          <a:xfrm>
            <a:off x="5369002" y="1669875"/>
            <a:ext cx="2878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8" name="Google Shape;2298;p27"/>
          <p:cNvSpPr txBox="1">
            <a:spLocks noGrp="1"/>
          </p:cNvSpPr>
          <p:nvPr>
            <p:ph type="title" idx="3"/>
          </p:nvPr>
        </p:nvSpPr>
        <p:spPr>
          <a:xfrm>
            <a:off x="5369000" y="2905671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99" name="Google Shape;2299;p27"/>
          <p:cNvSpPr txBox="1">
            <a:spLocks noGrp="1"/>
          </p:cNvSpPr>
          <p:nvPr>
            <p:ph type="subTitle" idx="4"/>
          </p:nvPr>
        </p:nvSpPr>
        <p:spPr>
          <a:xfrm>
            <a:off x="5369002" y="3335220"/>
            <a:ext cx="2878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0" name="Google Shape;2300;p27"/>
          <p:cNvSpPr txBox="1">
            <a:spLocks noGrp="1"/>
          </p:cNvSpPr>
          <p:nvPr>
            <p:ph type="title" idx="5"/>
          </p:nvPr>
        </p:nvSpPr>
        <p:spPr>
          <a:xfrm>
            <a:off x="5368999" y="2073008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01" name="Google Shape;2301;p27"/>
          <p:cNvSpPr txBox="1">
            <a:spLocks noGrp="1"/>
          </p:cNvSpPr>
          <p:nvPr>
            <p:ph type="subTitle" idx="6"/>
          </p:nvPr>
        </p:nvSpPr>
        <p:spPr>
          <a:xfrm>
            <a:off x="5369002" y="2502560"/>
            <a:ext cx="2878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2" name="Google Shape;2302;p27"/>
          <p:cNvSpPr txBox="1">
            <a:spLocks noGrp="1"/>
          </p:cNvSpPr>
          <p:nvPr>
            <p:ph type="title" idx="7"/>
          </p:nvPr>
        </p:nvSpPr>
        <p:spPr>
          <a:xfrm>
            <a:off x="5369000" y="3735832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03" name="Google Shape;2303;p27"/>
          <p:cNvSpPr txBox="1">
            <a:spLocks noGrp="1"/>
          </p:cNvSpPr>
          <p:nvPr>
            <p:ph type="subTitle" idx="8"/>
          </p:nvPr>
        </p:nvSpPr>
        <p:spPr>
          <a:xfrm>
            <a:off x="5369000" y="4165381"/>
            <a:ext cx="2878200" cy="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4" name="Google Shape;2304;p27"/>
          <p:cNvSpPr/>
          <p:nvPr/>
        </p:nvSpPr>
        <p:spPr>
          <a:xfrm rot="-5400000" flipH="1">
            <a:off x="1032349" y="3870837"/>
            <a:ext cx="2424900" cy="2424900"/>
          </a:xfrm>
          <a:prstGeom prst="blockArc">
            <a:avLst>
              <a:gd name="adj1" fmla="val 4146271"/>
              <a:gd name="adj2" fmla="val 18434685"/>
              <a:gd name="adj3" fmla="val 2137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p27"/>
          <p:cNvSpPr/>
          <p:nvPr/>
        </p:nvSpPr>
        <p:spPr>
          <a:xfrm flipH="1">
            <a:off x="-1230427" y="328923"/>
            <a:ext cx="3063300" cy="3063300"/>
          </a:xfrm>
          <a:prstGeom prst="blockArc">
            <a:avLst>
              <a:gd name="adj1" fmla="val 4146271"/>
              <a:gd name="adj2" fmla="val 17442719"/>
              <a:gd name="adj3" fmla="val 10272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6" name="Google Shape;2306;p27"/>
          <p:cNvSpPr/>
          <p:nvPr/>
        </p:nvSpPr>
        <p:spPr>
          <a:xfrm flipH="1">
            <a:off x="-831976" y="539375"/>
            <a:ext cx="2488800" cy="2489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7" name="Google Shape;2307;p27"/>
          <p:cNvSpPr/>
          <p:nvPr/>
        </p:nvSpPr>
        <p:spPr>
          <a:xfrm rot="626" flipH="1">
            <a:off x="2212555" y="-600269"/>
            <a:ext cx="1647000" cy="1647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8" name="Google Shape;2308;p27"/>
          <p:cNvGrpSpPr/>
          <p:nvPr/>
        </p:nvGrpSpPr>
        <p:grpSpPr>
          <a:xfrm>
            <a:off x="1502329" y="4322353"/>
            <a:ext cx="2227588" cy="726522"/>
            <a:chOff x="3620725" y="372750"/>
            <a:chExt cx="1039375" cy="338989"/>
          </a:xfrm>
        </p:grpSpPr>
        <p:sp>
          <p:nvSpPr>
            <p:cNvPr id="2309" name="Google Shape;2309;p27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6" name="Google Shape;2346;p27"/>
          <p:cNvSpPr/>
          <p:nvPr/>
        </p:nvSpPr>
        <p:spPr>
          <a:xfrm rot="10800000" flipH="1">
            <a:off x="8580477" y="765237"/>
            <a:ext cx="1647000" cy="1647000"/>
          </a:xfrm>
          <a:prstGeom prst="blockArc">
            <a:avLst>
              <a:gd name="adj1" fmla="val 4146271"/>
              <a:gd name="adj2" fmla="val 18434685"/>
              <a:gd name="adj3" fmla="val 2137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7" name="Google Shape;2347;p27"/>
          <p:cNvSpPr/>
          <p:nvPr/>
        </p:nvSpPr>
        <p:spPr>
          <a:xfrm rot="10800000" flipH="1">
            <a:off x="8639604" y="1125452"/>
            <a:ext cx="1338000" cy="1338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8" name="Google Shape;2348;p27"/>
          <p:cNvGrpSpPr/>
          <p:nvPr/>
        </p:nvGrpSpPr>
        <p:grpSpPr>
          <a:xfrm rot="5400000">
            <a:off x="-460947" y="3018540"/>
            <a:ext cx="2227588" cy="726522"/>
            <a:chOff x="3857800" y="1143286"/>
            <a:chExt cx="1039375" cy="338989"/>
          </a:xfrm>
        </p:grpSpPr>
        <p:sp>
          <p:nvSpPr>
            <p:cNvPr id="2349" name="Google Shape;2349;p27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7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7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7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7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7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7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7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7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 txBox="1">
            <a:spLocks noGrp="1"/>
          </p:cNvSpPr>
          <p:nvPr>
            <p:ph type="title" idx="9" hasCustomPrompt="1"/>
          </p:nvPr>
        </p:nvSpPr>
        <p:spPr>
          <a:xfrm>
            <a:off x="4503190" y="1477975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0" name="Google Shape;2380;p27"/>
          <p:cNvSpPr txBox="1">
            <a:spLocks noGrp="1"/>
          </p:cNvSpPr>
          <p:nvPr>
            <p:ph type="title" idx="13" hasCustomPrompt="1"/>
          </p:nvPr>
        </p:nvSpPr>
        <p:spPr>
          <a:xfrm>
            <a:off x="4503190" y="2301691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1" name="Google Shape;2381;p27"/>
          <p:cNvSpPr txBox="1">
            <a:spLocks noGrp="1"/>
          </p:cNvSpPr>
          <p:nvPr>
            <p:ph type="title" idx="14" hasCustomPrompt="1"/>
          </p:nvPr>
        </p:nvSpPr>
        <p:spPr>
          <a:xfrm>
            <a:off x="4503190" y="3131278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2" name="Google Shape;2382;p27"/>
          <p:cNvSpPr txBox="1">
            <a:spLocks noGrp="1"/>
          </p:cNvSpPr>
          <p:nvPr>
            <p:ph type="title" idx="15" hasCustomPrompt="1"/>
          </p:nvPr>
        </p:nvSpPr>
        <p:spPr>
          <a:xfrm>
            <a:off x="4503190" y="3977185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28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85" name="Google Shape;2385;p28"/>
          <p:cNvSpPr txBox="1">
            <a:spLocks noGrp="1"/>
          </p:cNvSpPr>
          <p:nvPr>
            <p:ph type="title" idx="2"/>
          </p:nvPr>
        </p:nvSpPr>
        <p:spPr>
          <a:xfrm>
            <a:off x="1015475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6" name="Google Shape;2386;p28"/>
          <p:cNvSpPr txBox="1">
            <a:spLocks noGrp="1"/>
          </p:cNvSpPr>
          <p:nvPr>
            <p:ph type="subTitle" idx="1"/>
          </p:nvPr>
        </p:nvSpPr>
        <p:spPr>
          <a:xfrm>
            <a:off x="1015475" y="3696599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7" name="Google Shape;2387;p28"/>
          <p:cNvSpPr txBox="1">
            <a:spLocks noGrp="1"/>
          </p:cNvSpPr>
          <p:nvPr>
            <p:ph type="title" idx="3"/>
          </p:nvPr>
        </p:nvSpPr>
        <p:spPr>
          <a:xfrm>
            <a:off x="3671479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8" name="Google Shape;2388;p28"/>
          <p:cNvSpPr txBox="1">
            <a:spLocks noGrp="1"/>
          </p:cNvSpPr>
          <p:nvPr>
            <p:ph type="subTitle" idx="4"/>
          </p:nvPr>
        </p:nvSpPr>
        <p:spPr>
          <a:xfrm>
            <a:off x="3671479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9" name="Google Shape;2389;p28"/>
          <p:cNvSpPr txBox="1">
            <a:spLocks noGrp="1"/>
          </p:cNvSpPr>
          <p:nvPr>
            <p:ph type="title" idx="5"/>
          </p:nvPr>
        </p:nvSpPr>
        <p:spPr>
          <a:xfrm>
            <a:off x="6327467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0" name="Google Shape;2390;p28"/>
          <p:cNvSpPr txBox="1">
            <a:spLocks noGrp="1"/>
          </p:cNvSpPr>
          <p:nvPr>
            <p:ph type="subTitle" idx="6"/>
          </p:nvPr>
        </p:nvSpPr>
        <p:spPr>
          <a:xfrm>
            <a:off x="6327467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1" name="Google Shape;2391;p28"/>
          <p:cNvSpPr txBox="1">
            <a:spLocks noGrp="1"/>
          </p:cNvSpPr>
          <p:nvPr>
            <p:ph type="title" idx="7"/>
          </p:nvPr>
        </p:nvSpPr>
        <p:spPr>
          <a:xfrm>
            <a:off x="1015475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2" name="Google Shape;2392;p28"/>
          <p:cNvSpPr txBox="1">
            <a:spLocks noGrp="1"/>
          </p:cNvSpPr>
          <p:nvPr>
            <p:ph type="subTitle" idx="8"/>
          </p:nvPr>
        </p:nvSpPr>
        <p:spPr>
          <a:xfrm>
            <a:off x="1015475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3" name="Google Shape;2393;p28"/>
          <p:cNvSpPr txBox="1">
            <a:spLocks noGrp="1"/>
          </p:cNvSpPr>
          <p:nvPr>
            <p:ph type="title" idx="9"/>
          </p:nvPr>
        </p:nvSpPr>
        <p:spPr>
          <a:xfrm>
            <a:off x="3671479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4" name="Google Shape;2394;p28"/>
          <p:cNvSpPr txBox="1">
            <a:spLocks noGrp="1"/>
          </p:cNvSpPr>
          <p:nvPr>
            <p:ph type="subTitle" idx="13"/>
          </p:nvPr>
        </p:nvSpPr>
        <p:spPr>
          <a:xfrm>
            <a:off x="3671479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5" name="Google Shape;2395;p28"/>
          <p:cNvSpPr txBox="1">
            <a:spLocks noGrp="1"/>
          </p:cNvSpPr>
          <p:nvPr>
            <p:ph type="title" idx="14"/>
          </p:nvPr>
        </p:nvSpPr>
        <p:spPr>
          <a:xfrm>
            <a:off x="6327467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6" name="Google Shape;2396;p28"/>
          <p:cNvSpPr txBox="1">
            <a:spLocks noGrp="1"/>
          </p:cNvSpPr>
          <p:nvPr>
            <p:ph type="subTitle" idx="15"/>
          </p:nvPr>
        </p:nvSpPr>
        <p:spPr>
          <a:xfrm>
            <a:off x="6327467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7" name="Google Shape;2397;p28"/>
          <p:cNvSpPr/>
          <p:nvPr/>
        </p:nvSpPr>
        <p:spPr>
          <a:xfrm rot="-4499800" flipH="1">
            <a:off x="8145920" y="4621513"/>
            <a:ext cx="1939931" cy="1939931"/>
          </a:xfrm>
          <a:prstGeom prst="blockArc">
            <a:avLst>
              <a:gd name="adj1" fmla="val 5958233"/>
              <a:gd name="adj2" fmla="val 17385308"/>
              <a:gd name="adj3" fmla="val 20382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8" name="Google Shape;2398;p28"/>
          <p:cNvGrpSpPr/>
          <p:nvPr/>
        </p:nvGrpSpPr>
        <p:grpSpPr>
          <a:xfrm>
            <a:off x="6046058" y="4642569"/>
            <a:ext cx="2227568" cy="326167"/>
            <a:chOff x="2570033" y="6824869"/>
            <a:chExt cx="2227568" cy="326167"/>
          </a:xfrm>
        </p:grpSpPr>
        <p:sp>
          <p:nvSpPr>
            <p:cNvPr id="2399" name="Google Shape;2399;p28"/>
            <p:cNvSpPr/>
            <p:nvPr/>
          </p:nvSpPr>
          <p:spPr>
            <a:xfrm>
              <a:off x="4480549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4671601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3907394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4098446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3716343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3716343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3334239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3334239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3525291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3525291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3143188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761084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952136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952136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570033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570033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5" name="Google Shape;2415;p28"/>
          <p:cNvGrpSpPr/>
          <p:nvPr/>
        </p:nvGrpSpPr>
        <p:grpSpPr>
          <a:xfrm rot="5400000" flipH="1">
            <a:off x="-759306" y="2004490"/>
            <a:ext cx="2227588" cy="726522"/>
            <a:chOff x="3857800" y="1143286"/>
            <a:chExt cx="1039375" cy="338989"/>
          </a:xfrm>
        </p:grpSpPr>
        <p:sp>
          <p:nvSpPr>
            <p:cNvPr id="2416" name="Google Shape;2416;p28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8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8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8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8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8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8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8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8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8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8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8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8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8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8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8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8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28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28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28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8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8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8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8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8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8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8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8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8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5" name="Google Shape;2445;p28"/>
          <p:cNvSpPr/>
          <p:nvPr/>
        </p:nvSpPr>
        <p:spPr>
          <a:xfrm rot="900224" flipH="1">
            <a:off x="-2339988" y="124094"/>
            <a:ext cx="3016433" cy="3016433"/>
          </a:xfrm>
          <a:prstGeom prst="blockArc">
            <a:avLst>
              <a:gd name="adj1" fmla="val 5958233"/>
              <a:gd name="adj2" fmla="val 17310751"/>
              <a:gd name="adj3" fmla="val 85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6" name="Google Shape;2446;p28"/>
          <p:cNvSpPr/>
          <p:nvPr/>
        </p:nvSpPr>
        <p:spPr>
          <a:xfrm>
            <a:off x="-320815" y="-554925"/>
            <a:ext cx="1224600" cy="1225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7" name="Google Shape;2447;p28"/>
          <p:cNvSpPr/>
          <p:nvPr/>
        </p:nvSpPr>
        <p:spPr>
          <a:xfrm flipH="1">
            <a:off x="8212786" y="4580724"/>
            <a:ext cx="16089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8" name="Google Shape;2448;p28"/>
          <p:cNvSpPr/>
          <p:nvPr/>
        </p:nvSpPr>
        <p:spPr>
          <a:xfrm>
            <a:off x="8634823" y="1282193"/>
            <a:ext cx="1409100" cy="1409100"/>
          </a:xfrm>
          <a:prstGeom prst="blockArc">
            <a:avLst>
              <a:gd name="adj1" fmla="val 2709197"/>
              <a:gd name="adj2" fmla="val 16176137"/>
              <a:gd name="adj3" fmla="val 2610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9" name="Google Shape;2449;p28"/>
          <p:cNvSpPr/>
          <p:nvPr/>
        </p:nvSpPr>
        <p:spPr>
          <a:xfrm flipH="1">
            <a:off x="8400260" y="365000"/>
            <a:ext cx="2140200" cy="2141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0" name="Google Shape;2450;p28"/>
          <p:cNvGrpSpPr/>
          <p:nvPr/>
        </p:nvGrpSpPr>
        <p:grpSpPr>
          <a:xfrm rot="-5400000">
            <a:off x="7731943" y="2532269"/>
            <a:ext cx="2227588" cy="726522"/>
            <a:chOff x="3799000" y="1820400"/>
            <a:chExt cx="1039375" cy="338989"/>
          </a:xfrm>
        </p:grpSpPr>
        <p:sp>
          <p:nvSpPr>
            <p:cNvPr id="2451" name="Google Shape;2451;p2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29"/>
          <p:cNvSpPr txBox="1">
            <a:spLocks noGrp="1"/>
          </p:cNvSpPr>
          <p:nvPr>
            <p:ph type="title" hasCustomPrompt="1"/>
          </p:nvPr>
        </p:nvSpPr>
        <p:spPr>
          <a:xfrm>
            <a:off x="1122713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87" name="Google Shape;2487;p29"/>
          <p:cNvSpPr txBox="1">
            <a:spLocks noGrp="1"/>
          </p:cNvSpPr>
          <p:nvPr>
            <p:ph type="subTitle" idx="1"/>
          </p:nvPr>
        </p:nvSpPr>
        <p:spPr>
          <a:xfrm>
            <a:off x="1122713" y="2898176"/>
            <a:ext cx="2124300" cy="7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88" name="Google Shape;2488;p29"/>
          <p:cNvSpPr txBox="1">
            <a:spLocks noGrp="1"/>
          </p:cNvSpPr>
          <p:nvPr>
            <p:ph type="title" idx="2" hasCustomPrompt="1"/>
          </p:nvPr>
        </p:nvSpPr>
        <p:spPr>
          <a:xfrm>
            <a:off x="3509850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89" name="Google Shape;2489;p29"/>
          <p:cNvSpPr txBox="1">
            <a:spLocks noGrp="1"/>
          </p:cNvSpPr>
          <p:nvPr>
            <p:ph type="subTitle" idx="3"/>
          </p:nvPr>
        </p:nvSpPr>
        <p:spPr>
          <a:xfrm>
            <a:off x="3509850" y="2899076"/>
            <a:ext cx="21243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90" name="Google Shape;2490;p29"/>
          <p:cNvSpPr txBox="1">
            <a:spLocks noGrp="1"/>
          </p:cNvSpPr>
          <p:nvPr>
            <p:ph type="title" idx="4" hasCustomPrompt="1"/>
          </p:nvPr>
        </p:nvSpPr>
        <p:spPr>
          <a:xfrm>
            <a:off x="5896982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91" name="Google Shape;2491;p29"/>
          <p:cNvSpPr txBox="1">
            <a:spLocks noGrp="1"/>
          </p:cNvSpPr>
          <p:nvPr>
            <p:ph type="subTitle" idx="5"/>
          </p:nvPr>
        </p:nvSpPr>
        <p:spPr>
          <a:xfrm>
            <a:off x="5896982" y="2899076"/>
            <a:ext cx="21243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2492" name="Google Shape;2492;p29"/>
          <p:cNvGrpSpPr/>
          <p:nvPr/>
        </p:nvGrpSpPr>
        <p:grpSpPr>
          <a:xfrm rot="5400000">
            <a:off x="-868396" y="1289916"/>
            <a:ext cx="2227588" cy="726522"/>
            <a:chOff x="3620725" y="372750"/>
            <a:chExt cx="1039375" cy="338989"/>
          </a:xfrm>
        </p:grpSpPr>
        <p:sp>
          <p:nvSpPr>
            <p:cNvPr id="2493" name="Google Shape;2493;p29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29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29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29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29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29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9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0" name="Google Shape;2530;p29"/>
          <p:cNvSpPr/>
          <p:nvPr/>
        </p:nvSpPr>
        <p:spPr>
          <a:xfrm flipH="1">
            <a:off x="-794850" y="141401"/>
            <a:ext cx="1455000" cy="1455300"/>
          </a:xfrm>
          <a:prstGeom prst="blockArc">
            <a:avLst>
              <a:gd name="adj1" fmla="val 4766272"/>
              <a:gd name="adj2" fmla="val 17672272"/>
              <a:gd name="adj3" fmla="val 1659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1" name="Google Shape;2531;p29"/>
          <p:cNvGrpSpPr/>
          <p:nvPr/>
        </p:nvGrpSpPr>
        <p:grpSpPr>
          <a:xfrm>
            <a:off x="-76197" y="4699178"/>
            <a:ext cx="2227588" cy="726522"/>
            <a:chOff x="3857800" y="1143286"/>
            <a:chExt cx="1039375" cy="338989"/>
          </a:xfrm>
        </p:grpSpPr>
        <p:sp>
          <p:nvSpPr>
            <p:cNvPr id="2532" name="Google Shape;2532;p29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29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9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62" name="Google Shape;256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199" y="3715944"/>
            <a:ext cx="977775" cy="15478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3" name="Google Shape;2563;p29"/>
          <p:cNvGrpSpPr/>
          <p:nvPr/>
        </p:nvGrpSpPr>
        <p:grpSpPr>
          <a:xfrm rot="5400000">
            <a:off x="8023230" y="2609103"/>
            <a:ext cx="2227589" cy="1527191"/>
            <a:chOff x="5519300" y="372750"/>
            <a:chExt cx="1039375" cy="712575"/>
          </a:xfrm>
        </p:grpSpPr>
        <p:sp>
          <p:nvSpPr>
            <p:cNvPr id="2564" name="Google Shape;2564;p29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29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29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29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29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29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29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29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29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29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29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29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29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29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29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29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9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9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9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9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9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9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9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9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1" name="Google Shape;2631;p29"/>
          <p:cNvGrpSpPr/>
          <p:nvPr/>
        </p:nvGrpSpPr>
        <p:grpSpPr>
          <a:xfrm>
            <a:off x="7007878" y="-187147"/>
            <a:ext cx="2227588" cy="726522"/>
            <a:chOff x="3857800" y="1143286"/>
            <a:chExt cx="1039375" cy="338989"/>
          </a:xfrm>
        </p:grpSpPr>
        <p:sp>
          <p:nvSpPr>
            <p:cNvPr id="2632" name="Google Shape;2632;p29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9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9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9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9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9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9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9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9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9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9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9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9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9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9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9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9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9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9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9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9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9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9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29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29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9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9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9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9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29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2" name="Google Shape;2662;p29"/>
          <p:cNvSpPr/>
          <p:nvPr/>
        </p:nvSpPr>
        <p:spPr>
          <a:xfrm>
            <a:off x="8454758" y="2534060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3" name="Google Shape;2663;p29"/>
          <p:cNvSpPr/>
          <p:nvPr/>
        </p:nvSpPr>
        <p:spPr>
          <a:xfrm>
            <a:off x="8472788" y="246625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64" name="Google Shape;26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0475" y="-222314"/>
            <a:ext cx="1455000" cy="1523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30"/>
          <p:cNvSpPr txBox="1">
            <a:spLocks noGrp="1"/>
          </p:cNvSpPr>
          <p:nvPr>
            <p:ph type="title" hasCustomPrompt="1"/>
          </p:nvPr>
        </p:nvSpPr>
        <p:spPr>
          <a:xfrm>
            <a:off x="2242055" y="1506450"/>
            <a:ext cx="2093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67" name="Google Shape;2667;p30"/>
          <p:cNvSpPr txBox="1">
            <a:spLocks noGrp="1"/>
          </p:cNvSpPr>
          <p:nvPr>
            <p:ph type="title" idx="2" hasCustomPrompt="1"/>
          </p:nvPr>
        </p:nvSpPr>
        <p:spPr>
          <a:xfrm>
            <a:off x="4808234" y="1506450"/>
            <a:ext cx="2093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68" name="Google Shape;2668;p30"/>
          <p:cNvSpPr txBox="1">
            <a:spLocks noGrp="1"/>
          </p:cNvSpPr>
          <p:nvPr>
            <p:ph type="title" idx="3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69" name="Google Shape;2669;p30"/>
          <p:cNvSpPr txBox="1">
            <a:spLocks noGrp="1"/>
          </p:cNvSpPr>
          <p:nvPr>
            <p:ph type="title" idx="4"/>
          </p:nvPr>
        </p:nvSpPr>
        <p:spPr>
          <a:xfrm>
            <a:off x="2242055" y="2988200"/>
            <a:ext cx="2093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70" name="Google Shape;2670;p30"/>
          <p:cNvSpPr txBox="1">
            <a:spLocks noGrp="1"/>
          </p:cNvSpPr>
          <p:nvPr>
            <p:ph type="subTitle" idx="1"/>
          </p:nvPr>
        </p:nvSpPr>
        <p:spPr>
          <a:xfrm>
            <a:off x="2242055" y="3417749"/>
            <a:ext cx="2093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1" name="Google Shape;2671;p30"/>
          <p:cNvSpPr txBox="1">
            <a:spLocks noGrp="1"/>
          </p:cNvSpPr>
          <p:nvPr>
            <p:ph type="title" idx="5"/>
          </p:nvPr>
        </p:nvSpPr>
        <p:spPr>
          <a:xfrm>
            <a:off x="4808234" y="2988200"/>
            <a:ext cx="2093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72" name="Google Shape;2672;p30"/>
          <p:cNvSpPr txBox="1">
            <a:spLocks noGrp="1"/>
          </p:cNvSpPr>
          <p:nvPr>
            <p:ph type="subTitle" idx="6"/>
          </p:nvPr>
        </p:nvSpPr>
        <p:spPr>
          <a:xfrm>
            <a:off x="4808234" y="3417750"/>
            <a:ext cx="2093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3" name="Google Shape;2673;p30"/>
          <p:cNvSpPr/>
          <p:nvPr/>
        </p:nvSpPr>
        <p:spPr>
          <a:xfrm flipH="1">
            <a:off x="-243745" y="588970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30"/>
          <p:cNvSpPr/>
          <p:nvPr/>
        </p:nvSpPr>
        <p:spPr>
          <a:xfrm>
            <a:off x="8581024" y="3820150"/>
            <a:ext cx="1366800" cy="1366800"/>
          </a:xfrm>
          <a:prstGeom prst="blockArc">
            <a:avLst>
              <a:gd name="adj1" fmla="val 4474518"/>
              <a:gd name="adj2" fmla="val 17047510"/>
              <a:gd name="adj3" fmla="val 2729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6_1_1">
    <p:spTree>
      <p:nvGrpSpPr>
        <p:cNvPr id="1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p31"/>
          <p:cNvSpPr txBox="1">
            <a:spLocks noGrp="1"/>
          </p:cNvSpPr>
          <p:nvPr>
            <p:ph type="title" hasCustomPrompt="1"/>
          </p:nvPr>
        </p:nvSpPr>
        <p:spPr>
          <a:xfrm>
            <a:off x="1610554" y="1906200"/>
            <a:ext cx="1261200" cy="5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77" name="Google Shape;2677;p31"/>
          <p:cNvSpPr txBox="1">
            <a:spLocks noGrp="1"/>
          </p:cNvSpPr>
          <p:nvPr>
            <p:ph type="title" idx="2" hasCustomPrompt="1"/>
          </p:nvPr>
        </p:nvSpPr>
        <p:spPr>
          <a:xfrm>
            <a:off x="3941400" y="1906200"/>
            <a:ext cx="1261200" cy="5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78" name="Google Shape;2678;p31"/>
          <p:cNvSpPr txBox="1">
            <a:spLocks noGrp="1"/>
          </p:cNvSpPr>
          <p:nvPr>
            <p:ph type="title" idx="3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9" name="Google Shape;2679;p31"/>
          <p:cNvSpPr txBox="1">
            <a:spLocks noGrp="1"/>
          </p:cNvSpPr>
          <p:nvPr>
            <p:ph type="title" idx="4"/>
          </p:nvPr>
        </p:nvSpPr>
        <p:spPr>
          <a:xfrm>
            <a:off x="1337487" y="3182925"/>
            <a:ext cx="180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0" name="Google Shape;2680;p31"/>
          <p:cNvSpPr txBox="1">
            <a:spLocks noGrp="1"/>
          </p:cNvSpPr>
          <p:nvPr>
            <p:ph type="subTitle" idx="1"/>
          </p:nvPr>
        </p:nvSpPr>
        <p:spPr>
          <a:xfrm>
            <a:off x="1337487" y="3612475"/>
            <a:ext cx="18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1" name="Google Shape;2681;p31"/>
          <p:cNvSpPr txBox="1">
            <a:spLocks noGrp="1"/>
          </p:cNvSpPr>
          <p:nvPr>
            <p:ph type="title" idx="5"/>
          </p:nvPr>
        </p:nvSpPr>
        <p:spPr>
          <a:xfrm>
            <a:off x="3668399" y="3182925"/>
            <a:ext cx="180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2" name="Google Shape;2682;p31"/>
          <p:cNvSpPr txBox="1">
            <a:spLocks noGrp="1"/>
          </p:cNvSpPr>
          <p:nvPr>
            <p:ph type="subTitle" idx="6"/>
          </p:nvPr>
        </p:nvSpPr>
        <p:spPr>
          <a:xfrm>
            <a:off x="3668399" y="3612475"/>
            <a:ext cx="18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3" name="Google Shape;2683;p31"/>
          <p:cNvSpPr txBox="1">
            <a:spLocks noGrp="1"/>
          </p:cNvSpPr>
          <p:nvPr>
            <p:ph type="title" idx="7" hasCustomPrompt="1"/>
          </p:nvPr>
        </p:nvSpPr>
        <p:spPr>
          <a:xfrm>
            <a:off x="6319176" y="1906200"/>
            <a:ext cx="1167600" cy="5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84" name="Google Shape;2684;p31"/>
          <p:cNvSpPr txBox="1">
            <a:spLocks noGrp="1"/>
          </p:cNvSpPr>
          <p:nvPr>
            <p:ph type="title" idx="8"/>
          </p:nvPr>
        </p:nvSpPr>
        <p:spPr>
          <a:xfrm>
            <a:off x="5999315" y="3182925"/>
            <a:ext cx="180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5" name="Google Shape;2685;p31"/>
          <p:cNvSpPr txBox="1">
            <a:spLocks noGrp="1"/>
          </p:cNvSpPr>
          <p:nvPr>
            <p:ph type="subTitle" idx="9"/>
          </p:nvPr>
        </p:nvSpPr>
        <p:spPr>
          <a:xfrm>
            <a:off x="5999315" y="3612475"/>
            <a:ext cx="18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86" name="Google Shape;2686;p31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687" name="Google Shape;2687;p31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1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1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1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1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1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1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1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1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1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1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1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1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1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1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1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7" name="Google Shape;2717;p31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718" name="Google Shape;2718;p31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1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31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31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31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31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31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31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31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31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1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1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1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1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1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31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31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5" name="Google Shape;2785;p31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6" name="Google Shape;2786;p31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p32"/>
          <p:cNvSpPr txBox="1">
            <a:spLocks noGrp="1"/>
          </p:cNvSpPr>
          <p:nvPr>
            <p:ph type="title"/>
          </p:nvPr>
        </p:nvSpPr>
        <p:spPr>
          <a:xfrm>
            <a:off x="4830825" y="217275"/>
            <a:ext cx="3600000" cy="13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7200"/>
            </a:lvl9pPr>
          </a:lstStyle>
          <a:p>
            <a:endParaRPr/>
          </a:p>
        </p:txBody>
      </p:sp>
      <p:sp>
        <p:nvSpPr>
          <p:cNvPr id="2789" name="Google Shape;2789;p32"/>
          <p:cNvSpPr txBox="1">
            <a:spLocks noGrp="1"/>
          </p:cNvSpPr>
          <p:nvPr>
            <p:ph type="title" idx="2"/>
          </p:nvPr>
        </p:nvSpPr>
        <p:spPr>
          <a:xfrm>
            <a:off x="4830825" y="1282050"/>
            <a:ext cx="20412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90" name="Google Shape;2790;p32"/>
          <p:cNvSpPr/>
          <p:nvPr/>
        </p:nvSpPr>
        <p:spPr>
          <a:xfrm rot="5400000">
            <a:off x="763475" y="3171600"/>
            <a:ext cx="3658500" cy="3658500"/>
          </a:xfrm>
          <a:prstGeom prst="blockArc">
            <a:avLst>
              <a:gd name="adj1" fmla="val 4302561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1" name="Google Shape;2791;p32"/>
          <p:cNvGrpSpPr/>
          <p:nvPr/>
        </p:nvGrpSpPr>
        <p:grpSpPr>
          <a:xfrm flipH="1">
            <a:off x="-964754" y="4328167"/>
            <a:ext cx="2227588" cy="726522"/>
            <a:chOff x="5608450" y="1680311"/>
            <a:chExt cx="1039375" cy="338989"/>
          </a:xfrm>
        </p:grpSpPr>
        <p:sp>
          <p:nvSpPr>
            <p:cNvPr id="2792" name="Google Shape;2792;p3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3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3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8" name="Google Shape;2828;p32"/>
          <p:cNvGrpSpPr/>
          <p:nvPr/>
        </p:nvGrpSpPr>
        <p:grpSpPr>
          <a:xfrm rot="5400000">
            <a:off x="7826581" y="2680428"/>
            <a:ext cx="2227588" cy="726522"/>
            <a:chOff x="3857800" y="1143286"/>
            <a:chExt cx="1039375" cy="338989"/>
          </a:xfrm>
        </p:grpSpPr>
        <p:sp>
          <p:nvSpPr>
            <p:cNvPr id="2829" name="Google Shape;2829;p32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2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2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2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32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32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2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2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2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2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2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2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2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2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2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2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2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2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2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2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32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32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32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2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2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2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2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2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32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32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59" name="Google Shape;2859;p32"/>
          <p:cNvSpPr/>
          <p:nvPr/>
        </p:nvSpPr>
        <p:spPr>
          <a:xfrm>
            <a:off x="8227526" y="1449726"/>
            <a:ext cx="2458500" cy="2458500"/>
          </a:xfrm>
          <a:prstGeom prst="blockArc">
            <a:avLst>
              <a:gd name="adj1" fmla="val 4302561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33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862" name="Google Shape;2862;p3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2" name="Google Shape;2892;p33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893" name="Google Shape;2893;p3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0" name="Google Shape;2960;p33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33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3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4" name="Google Shape;2964;p3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2965" name="Google Shape;2965;p3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2" name="Google Shape;3032;p3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3033" name="Google Shape;3033;p3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9" name="Google Shape;3069;p3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0" name="Google Shape;307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3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3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3" name="Google Shape;3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3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3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6" name="Google Shape;30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Google Shape;30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3" r:id="rId11"/>
    <p:sldLayoutId id="2147483665" r:id="rId12"/>
    <p:sldLayoutId id="2147483666" r:id="rId13"/>
    <p:sldLayoutId id="2147483668" r:id="rId14"/>
    <p:sldLayoutId id="2147483669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Google Shape;30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25" y="1946150"/>
            <a:ext cx="3633650" cy="241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4" name="Google Shape;3084;p35"/>
          <p:cNvGrpSpPr/>
          <p:nvPr/>
        </p:nvGrpSpPr>
        <p:grpSpPr>
          <a:xfrm>
            <a:off x="251783" y="4096069"/>
            <a:ext cx="2227588" cy="726522"/>
            <a:chOff x="3799000" y="1820400"/>
            <a:chExt cx="1039375" cy="338989"/>
          </a:xfrm>
        </p:grpSpPr>
        <p:sp>
          <p:nvSpPr>
            <p:cNvPr id="3085" name="Google Shape;3085;p35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5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5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5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5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5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5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5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5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5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5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5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5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5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5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5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5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5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5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5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5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5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5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5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5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5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5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5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5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5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5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5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5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5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5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5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1" name="Google Shape;3121;p35"/>
          <p:cNvGrpSpPr/>
          <p:nvPr/>
        </p:nvGrpSpPr>
        <p:grpSpPr>
          <a:xfrm>
            <a:off x="2374531" y="-1877848"/>
            <a:ext cx="745392" cy="771458"/>
            <a:chOff x="3962987" y="1472625"/>
            <a:chExt cx="316663" cy="327750"/>
          </a:xfrm>
        </p:grpSpPr>
        <p:grpSp>
          <p:nvGrpSpPr>
            <p:cNvPr id="3122" name="Google Shape;3122;p35"/>
            <p:cNvGrpSpPr/>
            <p:nvPr/>
          </p:nvGrpSpPr>
          <p:grpSpPr>
            <a:xfrm>
              <a:off x="3962987" y="1472625"/>
              <a:ext cx="316663" cy="58800"/>
              <a:chOff x="3962987" y="1472625"/>
              <a:chExt cx="316663" cy="58800"/>
            </a:xfrm>
          </p:grpSpPr>
          <p:sp>
            <p:nvSpPr>
              <p:cNvPr id="3123" name="Google Shape;3123;p35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35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35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35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27" name="Google Shape;3127;p35"/>
            <p:cNvGrpSpPr/>
            <p:nvPr/>
          </p:nvGrpSpPr>
          <p:grpSpPr>
            <a:xfrm>
              <a:off x="3962987" y="1562275"/>
              <a:ext cx="316663" cy="58800"/>
              <a:chOff x="3962987" y="1472625"/>
              <a:chExt cx="316663" cy="58800"/>
            </a:xfrm>
          </p:grpSpPr>
          <p:sp>
            <p:nvSpPr>
              <p:cNvPr id="3128" name="Google Shape;3128;p35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35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5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5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2" name="Google Shape;3132;p35"/>
            <p:cNvGrpSpPr/>
            <p:nvPr/>
          </p:nvGrpSpPr>
          <p:grpSpPr>
            <a:xfrm>
              <a:off x="3962987" y="1651925"/>
              <a:ext cx="316663" cy="58800"/>
              <a:chOff x="3962987" y="1472625"/>
              <a:chExt cx="316663" cy="58800"/>
            </a:xfrm>
          </p:grpSpPr>
          <p:sp>
            <p:nvSpPr>
              <p:cNvPr id="3133" name="Google Shape;3133;p35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35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5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5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7" name="Google Shape;3137;p35"/>
            <p:cNvGrpSpPr/>
            <p:nvPr/>
          </p:nvGrpSpPr>
          <p:grpSpPr>
            <a:xfrm>
              <a:off x="3962987" y="1741575"/>
              <a:ext cx="316663" cy="58800"/>
              <a:chOff x="3962987" y="1472625"/>
              <a:chExt cx="316663" cy="58800"/>
            </a:xfrm>
          </p:grpSpPr>
          <p:sp>
            <p:nvSpPr>
              <p:cNvPr id="3138" name="Google Shape;3138;p35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35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35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35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42" name="Google Shape;3142;p35"/>
          <p:cNvSpPr txBox="1">
            <a:spLocks noGrp="1"/>
          </p:cNvSpPr>
          <p:nvPr>
            <p:ph type="ctrTitle"/>
          </p:nvPr>
        </p:nvSpPr>
        <p:spPr>
          <a:xfrm>
            <a:off x="3817075" y="1680674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FFFF00"/>
                </a:solidFill>
                <a:latin typeface="Arial Black" panose="020B0A04020102020204" pitchFamily="34" charset="0"/>
              </a:rPr>
              <a:t>Penetration </a:t>
            </a:r>
            <a:r>
              <a:rPr lang="en" sz="4000">
                <a:solidFill>
                  <a:srgbClr val="FFFF00"/>
                </a:solidFill>
                <a:latin typeface="Arial Black" panose="020B0A04020102020204" pitchFamily="34" charset="0"/>
              </a:rPr>
              <a:t>Testing For </a:t>
            </a:r>
            <a:r>
              <a:rPr lang="en" sz="4000" dirty="0">
                <a:solidFill>
                  <a:srgbClr val="FFFF00"/>
                </a:solidFill>
                <a:latin typeface="Arial Black" panose="020B0A04020102020204" pitchFamily="34" charset="0"/>
              </a:rPr>
              <a:t>ProEngineer Website</a:t>
            </a:r>
            <a:r>
              <a:rPr lang="en" sz="4800" dirty="0">
                <a:solidFill>
                  <a:srgbClr val="FFFF00"/>
                </a:solidFill>
                <a:latin typeface="Arial Black" panose="020B0A04020102020204" pitchFamily="34" charset="0"/>
              </a:rPr>
              <a:t> </a:t>
            </a:r>
            <a:endParaRPr sz="4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pic>
        <p:nvPicPr>
          <p:cNvPr id="3143" name="Google Shape;314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5499" y="2442303"/>
            <a:ext cx="1039375" cy="74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4" name="Google Shape;314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5468" y="918625"/>
            <a:ext cx="1796913" cy="284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5" name="Google Shape;314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100" y="1780150"/>
            <a:ext cx="923250" cy="12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6" name="Google Shape;3146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9125" y="2726398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7" name="Google Shape;3147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8075" y="3012831"/>
            <a:ext cx="923250" cy="1167940"/>
          </a:xfrm>
          <a:prstGeom prst="rect">
            <a:avLst/>
          </a:prstGeom>
          <a:noFill/>
          <a:ln>
            <a:noFill/>
          </a:ln>
        </p:spPr>
      </p:pic>
      <p:sp>
        <p:nvSpPr>
          <p:cNvPr id="3148" name="Google Shape;3148;p35"/>
          <p:cNvSpPr txBox="1">
            <a:spLocks noGrp="1"/>
          </p:cNvSpPr>
          <p:nvPr>
            <p:ph type="subTitle" idx="4294967295"/>
          </p:nvPr>
        </p:nvSpPr>
        <p:spPr>
          <a:xfrm>
            <a:off x="4213000" y="272075"/>
            <a:ext cx="34932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rgbClr val="FFFF00"/>
                </a:solidFill>
              </a:rPr>
              <a:t>CS352  Report 2</a:t>
            </a:r>
            <a:endParaRPr sz="2200" b="1" dirty="0">
              <a:solidFill>
                <a:srgbClr val="FFFF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 dirty="0">
                <a:solidFill>
                  <a:srgbClr val="FFFF00"/>
                </a:solidFill>
              </a:rPr>
              <a:t>Group 12</a:t>
            </a:r>
            <a:endParaRPr sz="22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0"/>
                                        <p:tgtEl>
                                          <p:spTgt spid="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p3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rgbClr val="FFFF00"/>
                </a:solidFill>
                <a:latin typeface="Arial Black" panose="020B0A04020102020204" pitchFamily="34" charset="0"/>
              </a:rPr>
              <a:t>TABLE OF CONTENTS</a:t>
            </a:r>
            <a:endParaRPr sz="32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156" name="Google Shape;3156;p36"/>
          <p:cNvSpPr txBox="1">
            <a:spLocks noGrp="1"/>
          </p:cNvSpPr>
          <p:nvPr>
            <p:ph type="title" idx="2"/>
          </p:nvPr>
        </p:nvSpPr>
        <p:spPr>
          <a:xfrm>
            <a:off x="2123650" y="1233473"/>
            <a:ext cx="23202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latin typeface="Alumni Sans Pinstripe" panose="020B0604020202020204" charset="0"/>
                <a:ea typeface="Roboto" panose="02000000000000000000" pitchFamily="2" charset="0"/>
              </a:rPr>
              <a:t>Terminology</a:t>
            </a:r>
            <a:endParaRPr sz="1900" dirty="0">
              <a:latin typeface="Alumni Sans Pinstripe" panose="020B0604020202020204" charset="0"/>
              <a:ea typeface="Roboto" panose="02000000000000000000" pitchFamily="2" charset="0"/>
            </a:endParaRPr>
          </a:p>
        </p:txBody>
      </p:sp>
      <p:sp>
        <p:nvSpPr>
          <p:cNvPr id="3157" name="Google Shape;3157;p36"/>
          <p:cNvSpPr txBox="1">
            <a:spLocks noGrp="1"/>
          </p:cNvSpPr>
          <p:nvPr>
            <p:ph type="title" idx="3"/>
          </p:nvPr>
        </p:nvSpPr>
        <p:spPr>
          <a:xfrm>
            <a:off x="5448977" y="1192073"/>
            <a:ext cx="25575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/>
              <a:t>Core Cybersecurity Principles</a:t>
            </a:r>
            <a:endParaRPr sz="1900" dirty="0"/>
          </a:p>
        </p:txBody>
      </p:sp>
      <p:sp>
        <p:nvSpPr>
          <p:cNvPr id="3158" name="Google Shape;3158;p36"/>
          <p:cNvSpPr txBox="1">
            <a:spLocks noGrp="1"/>
          </p:cNvSpPr>
          <p:nvPr>
            <p:ph type="title" idx="9"/>
          </p:nvPr>
        </p:nvSpPr>
        <p:spPr>
          <a:xfrm>
            <a:off x="1315598" y="1233473"/>
            <a:ext cx="738900" cy="4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rmukhi"/>
              </a:rPr>
              <a:t>01</a:t>
            </a:r>
            <a:endParaRPr dirty="0">
              <a:latin typeface="Anek gurmukhi"/>
            </a:endParaRPr>
          </a:p>
        </p:txBody>
      </p:sp>
      <p:sp>
        <p:nvSpPr>
          <p:cNvPr id="3162" name="Google Shape;3162;p36"/>
          <p:cNvSpPr txBox="1">
            <a:spLocks noGrp="1"/>
          </p:cNvSpPr>
          <p:nvPr>
            <p:ph type="title" idx="2"/>
          </p:nvPr>
        </p:nvSpPr>
        <p:spPr>
          <a:xfrm>
            <a:off x="2054498" y="2121157"/>
            <a:ext cx="23202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/>
              <a:t>Penetration Testing Process</a:t>
            </a:r>
            <a:endParaRPr sz="1900" dirty="0"/>
          </a:p>
        </p:txBody>
      </p:sp>
      <p:sp>
        <p:nvSpPr>
          <p:cNvPr id="3163" name="Google Shape;3163;p36"/>
          <p:cNvSpPr txBox="1">
            <a:spLocks noGrp="1"/>
          </p:cNvSpPr>
          <p:nvPr>
            <p:ph type="title" idx="3"/>
          </p:nvPr>
        </p:nvSpPr>
        <p:spPr>
          <a:xfrm>
            <a:off x="5444474" y="2090502"/>
            <a:ext cx="25575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/>
              <a:t>Vulnerability </a:t>
            </a:r>
            <a:endParaRPr sz="1900" dirty="0"/>
          </a:p>
        </p:txBody>
      </p:sp>
      <p:sp>
        <p:nvSpPr>
          <p:cNvPr id="3164" name="Google Shape;3164;p36"/>
          <p:cNvSpPr txBox="1">
            <a:spLocks noGrp="1"/>
          </p:cNvSpPr>
          <p:nvPr>
            <p:ph type="title" idx="9"/>
          </p:nvPr>
        </p:nvSpPr>
        <p:spPr>
          <a:xfrm>
            <a:off x="1315598" y="2123076"/>
            <a:ext cx="738900" cy="4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rmukhi"/>
              </a:rPr>
              <a:t>03</a:t>
            </a:r>
            <a:endParaRPr dirty="0">
              <a:latin typeface="Anek gurmukhi"/>
            </a:endParaRPr>
          </a:p>
        </p:txBody>
      </p:sp>
      <p:sp>
        <p:nvSpPr>
          <p:cNvPr id="3165" name="Google Shape;3165;p36"/>
          <p:cNvSpPr txBox="1">
            <a:spLocks noGrp="1"/>
          </p:cNvSpPr>
          <p:nvPr>
            <p:ph type="title" idx="14"/>
          </p:nvPr>
        </p:nvSpPr>
        <p:spPr>
          <a:xfrm>
            <a:off x="4704974" y="2109552"/>
            <a:ext cx="739500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rmukhi"/>
              </a:rPr>
              <a:t>04</a:t>
            </a:r>
            <a:endParaRPr dirty="0">
              <a:latin typeface="Anek gurmukhi"/>
            </a:endParaRPr>
          </a:p>
        </p:txBody>
      </p:sp>
      <p:sp>
        <p:nvSpPr>
          <p:cNvPr id="3168" name="Google Shape;3168;p36"/>
          <p:cNvSpPr txBox="1">
            <a:spLocks noGrp="1"/>
          </p:cNvSpPr>
          <p:nvPr>
            <p:ph type="title" idx="2"/>
          </p:nvPr>
        </p:nvSpPr>
        <p:spPr>
          <a:xfrm>
            <a:off x="2123650" y="2974299"/>
            <a:ext cx="23202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dirty="0"/>
              <a:t>Benefits of Penetration testing</a:t>
            </a:r>
          </a:p>
        </p:txBody>
      </p:sp>
      <p:sp>
        <p:nvSpPr>
          <p:cNvPr id="3169" name="Google Shape;3169;p36"/>
          <p:cNvSpPr txBox="1">
            <a:spLocks noGrp="1"/>
          </p:cNvSpPr>
          <p:nvPr>
            <p:ph type="title" idx="3"/>
          </p:nvPr>
        </p:nvSpPr>
        <p:spPr>
          <a:xfrm>
            <a:off x="5444474" y="2966250"/>
            <a:ext cx="2557500" cy="4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/>
              <a:t>Risk Management</a:t>
            </a:r>
            <a:endParaRPr sz="1900" dirty="0"/>
          </a:p>
        </p:txBody>
      </p:sp>
      <p:sp>
        <p:nvSpPr>
          <p:cNvPr id="3170" name="Google Shape;3170;p36"/>
          <p:cNvSpPr txBox="1">
            <a:spLocks noGrp="1"/>
          </p:cNvSpPr>
          <p:nvPr>
            <p:ph type="title" idx="9"/>
          </p:nvPr>
        </p:nvSpPr>
        <p:spPr>
          <a:xfrm>
            <a:off x="1315598" y="2990251"/>
            <a:ext cx="738900" cy="4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rmukhi"/>
              </a:rPr>
              <a:t>05</a:t>
            </a:r>
            <a:endParaRPr dirty="0">
              <a:latin typeface="Anek gurmukhi"/>
            </a:endParaRPr>
          </a:p>
        </p:txBody>
      </p:sp>
      <p:sp>
        <p:nvSpPr>
          <p:cNvPr id="3171" name="Google Shape;3171;p36"/>
          <p:cNvSpPr txBox="1">
            <a:spLocks noGrp="1"/>
          </p:cNvSpPr>
          <p:nvPr>
            <p:ph type="title" idx="14"/>
          </p:nvPr>
        </p:nvSpPr>
        <p:spPr>
          <a:xfrm>
            <a:off x="4704974" y="3007464"/>
            <a:ext cx="739500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rmukhi"/>
              </a:rPr>
              <a:t>06</a:t>
            </a:r>
            <a:endParaRPr dirty="0">
              <a:latin typeface="Anek gurmukhi"/>
            </a:endParaRPr>
          </a:p>
        </p:txBody>
      </p:sp>
      <p:sp>
        <p:nvSpPr>
          <p:cNvPr id="21" name="Google Shape;3158;p36">
            <a:extLst>
              <a:ext uri="{FF2B5EF4-FFF2-40B4-BE49-F238E27FC236}">
                <a16:creationId xmlns:a16="http://schemas.microsoft.com/office/drawing/2014/main" id="{2C33F638-BE65-402B-9E74-678D58EF54C3}"/>
              </a:ext>
            </a:extLst>
          </p:cNvPr>
          <p:cNvSpPr txBox="1">
            <a:spLocks/>
          </p:cNvSpPr>
          <p:nvPr/>
        </p:nvSpPr>
        <p:spPr>
          <a:xfrm>
            <a:off x="4730597" y="1246112"/>
            <a:ext cx="7389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30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" dirty="0">
                <a:latin typeface="Anek gurmukhi"/>
              </a:rPr>
              <a:t>02</a:t>
            </a:r>
          </a:p>
        </p:txBody>
      </p:sp>
      <p:sp>
        <p:nvSpPr>
          <p:cNvPr id="22" name="Google Shape;3158;p36">
            <a:extLst>
              <a:ext uri="{FF2B5EF4-FFF2-40B4-BE49-F238E27FC236}">
                <a16:creationId xmlns:a16="http://schemas.microsoft.com/office/drawing/2014/main" id="{AFA441B5-1A07-43C5-8EA5-5574A0104DC2}"/>
              </a:ext>
            </a:extLst>
          </p:cNvPr>
          <p:cNvSpPr txBox="1">
            <a:spLocks/>
          </p:cNvSpPr>
          <p:nvPr/>
        </p:nvSpPr>
        <p:spPr>
          <a:xfrm>
            <a:off x="1315598" y="3910027"/>
            <a:ext cx="7389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30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" dirty="0">
                <a:latin typeface="Anek gurmukhi"/>
              </a:rPr>
              <a:t>07</a:t>
            </a:r>
          </a:p>
        </p:txBody>
      </p:sp>
      <p:sp>
        <p:nvSpPr>
          <p:cNvPr id="23" name="Google Shape;3168;p36">
            <a:extLst>
              <a:ext uri="{FF2B5EF4-FFF2-40B4-BE49-F238E27FC236}">
                <a16:creationId xmlns:a16="http://schemas.microsoft.com/office/drawing/2014/main" id="{0FB73875-42C2-49F1-94E6-3C2BC9EC17C9}"/>
              </a:ext>
            </a:extLst>
          </p:cNvPr>
          <p:cNvSpPr txBox="1">
            <a:spLocks/>
          </p:cNvSpPr>
          <p:nvPr/>
        </p:nvSpPr>
        <p:spPr>
          <a:xfrm>
            <a:off x="2123650" y="3868627"/>
            <a:ext cx="23202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4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GB" sz="1900" dirty="0"/>
              <a:t>Policies and Procedures</a:t>
            </a:r>
          </a:p>
        </p:txBody>
      </p:sp>
      <p:sp>
        <p:nvSpPr>
          <p:cNvPr id="24" name="Google Shape;3158;p36">
            <a:extLst>
              <a:ext uri="{FF2B5EF4-FFF2-40B4-BE49-F238E27FC236}">
                <a16:creationId xmlns:a16="http://schemas.microsoft.com/office/drawing/2014/main" id="{3EA43D01-6B4E-4E3B-9480-A96CEEEDDC82}"/>
              </a:ext>
            </a:extLst>
          </p:cNvPr>
          <p:cNvSpPr txBox="1">
            <a:spLocks/>
          </p:cNvSpPr>
          <p:nvPr/>
        </p:nvSpPr>
        <p:spPr>
          <a:xfrm>
            <a:off x="4730597" y="3852085"/>
            <a:ext cx="7389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30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" dirty="0">
                <a:latin typeface="Anek gurmukhi"/>
              </a:rPr>
              <a:t>08</a:t>
            </a:r>
          </a:p>
        </p:txBody>
      </p:sp>
      <p:sp>
        <p:nvSpPr>
          <p:cNvPr id="25" name="Google Shape;3169;p36">
            <a:extLst>
              <a:ext uri="{FF2B5EF4-FFF2-40B4-BE49-F238E27FC236}">
                <a16:creationId xmlns:a16="http://schemas.microsoft.com/office/drawing/2014/main" id="{2F2175E7-0330-4126-8C2A-D9368345D611}"/>
              </a:ext>
            </a:extLst>
          </p:cNvPr>
          <p:cNvSpPr txBox="1">
            <a:spLocks/>
          </p:cNvSpPr>
          <p:nvPr/>
        </p:nvSpPr>
        <p:spPr>
          <a:xfrm>
            <a:off x="5469497" y="3831385"/>
            <a:ext cx="25575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4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umni Sans Pinstripe"/>
              <a:buNone/>
              <a:defRPr sz="25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GB" sz="1900" dirty="0"/>
              <a:t>Conclusion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6" name="Google Shape;3396;p38"/>
          <p:cNvGrpSpPr/>
          <p:nvPr/>
        </p:nvGrpSpPr>
        <p:grpSpPr>
          <a:xfrm>
            <a:off x="6840333" y="-220281"/>
            <a:ext cx="2227588" cy="726522"/>
            <a:chOff x="3799000" y="1820400"/>
            <a:chExt cx="1039375" cy="338989"/>
          </a:xfrm>
        </p:grpSpPr>
        <p:sp>
          <p:nvSpPr>
            <p:cNvPr id="3397" name="Google Shape;3397;p3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33" name="Google Shape;3433;p38"/>
          <p:cNvSpPr/>
          <p:nvPr/>
        </p:nvSpPr>
        <p:spPr>
          <a:xfrm>
            <a:off x="2153810" y="25481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4" name="Google Shape;3434;p38"/>
          <p:cNvSpPr txBox="1">
            <a:spLocks noGrp="1"/>
          </p:cNvSpPr>
          <p:nvPr>
            <p:ph type="title"/>
          </p:nvPr>
        </p:nvSpPr>
        <p:spPr>
          <a:xfrm>
            <a:off x="4213477" y="3023288"/>
            <a:ext cx="4728423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FFFF00"/>
                </a:solidFill>
                <a:latin typeface="Arial Black" panose="020B0A04020102020204" pitchFamily="34" charset="0"/>
              </a:rPr>
              <a:t>Terminology</a:t>
            </a:r>
            <a:endParaRPr sz="4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435" name="Google Shape;3435;p38"/>
          <p:cNvSpPr txBox="1">
            <a:spLocks noGrp="1"/>
          </p:cNvSpPr>
          <p:nvPr>
            <p:ph type="title" idx="2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436" name="Google Shape;343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796" y="14310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7" name="Google Shape;343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479" y="2162900"/>
            <a:ext cx="841225" cy="603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8" name="Google Shape;3438;p38"/>
          <p:cNvGrpSpPr/>
          <p:nvPr/>
        </p:nvGrpSpPr>
        <p:grpSpPr>
          <a:xfrm>
            <a:off x="7126920" y="4391944"/>
            <a:ext cx="1654413" cy="326167"/>
            <a:chOff x="2978333" y="5720819"/>
            <a:chExt cx="1654413" cy="326167"/>
          </a:xfrm>
        </p:grpSpPr>
        <p:sp>
          <p:nvSpPr>
            <p:cNvPr id="3439" name="Google Shape;3439;p38"/>
            <p:cNvSpPr/>
            <p:nvPr/>
          </p:nvSpPr>
          <p:spPr>
            <a:xfrm>
              <a:off x="4315694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8"/>
            <p:cNvSpPr/>
            <p:nvPr/>
          </p:nvSpPr>
          <p:spPr>
            <a:xfrm>
              <a:off x="450674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8"/>
            <p:cNvSpPr/>
            <p:nvPr/>
          </p:nvSpPr>
          <p:spPr>
            <a:xfrm>
              <a:off x="412464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8"/>
            <p:cNvSpPr/>
            <p:nvPr/>
          </p:nvSpPr>
          <p:spPr>
            <a:xfrm>
              <a:off x="4124643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8"/>
            <p:cNvSpPr/>
            <p:nvPr/>
          </p:nvSpPr>
          <p:spPr>
            <a:xfrm>
              <a:off x="3742539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8"/>
            <p:cNvSpPr/>
            <p:nvPr/>
          </p:nvSpPr>
          <p:spPr>
            <a:xfrm>
              <a:off x="3742539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8"/>
            <p:cNvSpPr/>
            <p:nvPr/>
          </p:nvSpPr>
          <p:spPr>
            <a:xfrm>
              <a:off x="3933591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8"/>
            <p:cNvSpPr/>
            <p:nvPr/>
          </p:nvSpPr>
          <p:spPr>
            <a:xfrm>
              <a:off x="3933591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8"/>
            <p:cNvSpPr/>
            <p:nvPr/>
          </p:nvSpPr>
          <p:spPr>
            <a:xfrm>
              <a:off x="3551488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8"/>
            <p:cNvSpPr/>
            <p:nvPr/>
          </p:nvSpPr>
          <p:spPr>
            <a:xfrm>
              <a:off x="3169384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8"/>
            <p:cNvSpPr/>
            <p:nvPr/>
          </p:nvSpPr>
          <p:spPr>
            <a:xfrm>
              <a:off x="336043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8"/>
            <p:cNvSpPr/>
            <p:nvPr/>
          </p:nvSpPr>
          <p:spPr>
            <a:xfrm>
              <a:off x="3360436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8"/>
            <p:cNvSpPr/>
            <p:nvPr/>
          </p:nvSpPr>
          <p:spPr>
            <a:xfrm>
              <a:off x="297833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52" name="Google Shape;345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8923" y="506252"/>
            <a:ext cx="1397893" cy="18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3" name="Google Shape;345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7711" y="1506500"/>
            <a:ext cx="676888" cy="10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4" name="Google Shape;3454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6451" y="405649"/>
            <a:ext cx="908150" cy="11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5" name="Google Shape;3455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2350" y="1827212"/>
            <a:ext cx="593532" cy="750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6" name="Google Shape;34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904" y="903350"/>
            <a:ext cx="841225" cy="60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7" name="Google Shape;345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404" y="1554462"/>
            <a:ext cx="841225" cy="60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E062-55C2-4284-82D1-4E5372AB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FF00"/>
                </a:solidFill>
                <a:latin typeface="Arial Black" panose="020B0A04020102020204" pitchFamily="34" charset="0"/>
              </a:rPr>
              <a:t>1.) Shodan </a:t>
            </a:r>
            <a:endParaRPr lang="en-FJ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6B2E4-77D8-4098-937F-90B48D83F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828" y="1855675"/>
            <a:ext cx="4886245" cy="2103600"/>
          </a:xfrm>
        </p:spPr>
        <p:txBody>
          <a:bodyPr/>
          <a:lstStyle/>
          <a:p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Search engine which searches for internet connected devices </a:t>
            </a:r>
          </a:p>
          <a:p>
            <a:pPr marL="165100" indent="0">
              <a:buNone/>
            </a:pPr>
            <a:endParaRPr lang="en-GB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It discloses information about devices based on a range of IP Addresses </a:t>
            </a:r>
            <a:endParaRPr lang="en-FJ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Google Shape;3465;p39" title="shodan-social-preview-removebg-preview.png">
            <a:extLst>
              <a:ext uri="{FF2B5EF4-FFF2-40B4-BE49-F238E27FC236}">
                <a16:creationId xmlns:a16="http://schemas.microsoft.com/office/drawing/2014/main" id="{33A2CF89-EC3E-49D9-9AF9-87509D794D1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02823" y="771689"/>
            <a:ext cx="2177250" cy="1083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91D0F2-837B-470C-9DAE-27CC1537D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395" y="1855675"/>
            <a:ext cx="2703813" cy="21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82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9E685-FC9D-41D2-BF5C-AA8874D8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540" y="1116774"/>
            <a:ext cx="4769287" cy="738900"/>
          </a:xfrm>
        </p:spPr>
        <p:txBody>
          <a:bodyPr/>
          <a:lstStyle/>
          <a:p>
            <a:r>
              <a:rPr lang="en-GB" sz="2800" dirty="0">
                <a:solidFill>
                  <a:srgbClr val="FFFF00"/>
                </a:solidFill>
                <a:latin typeface="Arial Black" panose="020B0A04020102020204" pitchFamily="34" charset="0"/>
              </a:rPr>
              <a:t>2.) Penetration Testing </a:t>
            </a:r>
            <a:endParaRPr lang="en-FJ" sz="2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4F96C-FD7C-48A8-90B1-0C6771281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033" y="1855675"/>
            <a:ext cx="5290283" cy="2103600"/>
          </a:xfrm>
        </p:spPr>
        <p:txBody>
          <a:bodyPr/>
          <a:lstStyle/>
          <a:p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Finding weakness in IT System by performing attack simulation.</a:t>
            </a:r>
          </a:p>
          <a:p>
            <a:endParaRPr lang="en-GB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Exploits vulnerabilities in system, network, human resource and physical assets.  </a:t>
            </a:r>
            <a:endParaRPr lang="en-FJ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C500D-C23D-485C-B1C4-83729EF11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65" y="1060597"/>
            <a:ext cx="3359041" cy="336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9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" name="Google Shape;3482;p41"/>
          <p:cNvSpPr txBox="1">
            <a:spLocks noGrp="1"/>
          </p:cNvSpPr>
          <p:nvPr>
            <p:ph type="title"/>
          </p:nvPr>
        </p:nvSpPr>
        <p:spPr>
          <a:xfrm>
            <a:off x="433993" y="1971269"/>
            <a:ext cx="5229887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00"/>
                </a:solidFill>
                <a:latin typeface="Arial Black" panose="020B0A04020102020204" pitchFamily="34" charset="0"/>
              </a:rPr>
              <a:t>Core Cybersecurity Principles Supported by Penetration Testing</a:t>
            </a:r>
            <a:endParaRPr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483" name="Google Shape;3483;p41"/>
          <p:cNvSpPr/>
          <p:nvPr/>
        </p:nvSpPr>
        <p:spPr>
          <a:xfrm>
            <a:off x="1828516" y="229425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00"/>
              </a:solidFill>
            </a:endParaRPr>
          </a:p>
        </p:txBody>
      </p:sp>
      <p:grpSp>
        <p:nvGrpSpPr>
          <p:cNvPr id="3484" name="Google Shape;3484;p41"/>
          <p:cNvGrpSpPr/>
          <p:nvPr/>
        </p:nvGrpSpPr>
        <p:grpSpPr>
          <a:xfrm>
            <a:off x="5221371" y="4023580"/>
            <a:ext cx="2227588" cy="726522"/>
            <a:chOff x="5608450" y="1680311"/>
            <a:chExt cx="1039375" cy="338989"/>
          </a:xfrm>
        </p:grpSpPr>
        <p:sp>
          <p:nvSpPr>
            <p:cNvPr id="3485" name="Google Shape;3485;p41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41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41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41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41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41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41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41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41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41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41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41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41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41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41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41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41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41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41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41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41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41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41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41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41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41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41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41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41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41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41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41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41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41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41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41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1" name="Google Shape;3521;p41"/>
          <p:cNvGrpSpPr/>
          <p:nvPr/>
        </p:nvGrpSpPr>
        <p:grpSpPr>
          <a:xfrm rot="5400000">
            <a:off x="7190880" y="809566"/>
            <a:ext cx="2227589" cy="1527191"/>
            <a:chOff x="5519300" y="372750"/>
            <a:chExt cx="1039375" cy="712575"/>
          </a:xfrm>
        </p:grpSpPr>
        <p:sp>
          <p:nvSpPr>
            <p:cNvPr id="3522" name="Google Shape;3522;p41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41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41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41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41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41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1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41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41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41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41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41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41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41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41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41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41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41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41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41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41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41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41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41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41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41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41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41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41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41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41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41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41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41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41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41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41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41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41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41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41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41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41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41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41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41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41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1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41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41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1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41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41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41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41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1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1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1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1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41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41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41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41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41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41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41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41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89" name="Google Shape;3589;p41"/>
          <p:cNvSpPr txBox="1">
            <a:spLocks noGrp="1"/>
          </p:cNvSpPr>
          <p:nvPr>
            <p:ph type="title" idx="2"/>
          </p:nvPr>
        </p:nvSpPr>
        <p:spPr>
          <a:xfrm>
            <a:off x="2126266" y="692613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3590" name="Google Shape;359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946" y="68050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1" name="Google Shape;359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4025" y="3596918"/>
            <a:ext cx="1527200" cy="109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811" y="1709588"/>
            <a:ext cx="841200" cy="60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3" name="Google Shape;359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71477" y="1465850"/>
            <a:ext cx="1743550" cy="291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4" name="Google Shape;359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9349" y="2720712"/>
            <a:ext cx="936775" cy="123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Google Shape;3668;p42"/>
          <p:cNvSpPr txBox="1">
            <a:spLocks noGrp="1"/>
          </p:cNvSpPr>
          <p:nvPr>
            <p:ph type="title" idx="2"/>
          </p:nvPr>
        </p:nvSpPr>
        <p:spPr>
          <a:xfrm>
            <a:off x="852290" y="1616181"/>
            <a:ext cx="2006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00"/>
                </a:solidFill>
                <a:latin typeface="Arial Black" panose="020B0A04020102020204" pitchFamily="34" charset="0"/>
              </a:rPr>
              <a:t>Risk Management</a:t>
            </a:r>
            <a:endParaRPr sz="1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669" name="Google Shape;3669;p42"/>
          <p:cNvSpPr txBox="1">
            <a:spLocks noGrp="1"/>
          </p:cNvSpPr>
          <p:nvPr>
            <p:ph type="subTitle" idx="1"/>
          </p:nvPr>
        </p:nvSpPr>
        <p:spPr>
          <a:xfrm>
            <a:off x="725260" y="1921253"/>
            <a:ext cx="22788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100" dirty="0">
                <a:latin typeface="Roboto" panose="02000000000000000000" pitchFamily="2" charset="0"/>
                <a:ea typeface="Roboto" panose="02000000000000000000" pitchFamily="2" charset="0"/>
              </a:rPr>
              <a:t>Identifies and prioritizes vulnerabilities based on potential impact</a:t>
            </a:r>
            <a:r>
              <a:rPr lang="en" sz="1100" dirty="0"/>
              <a:t>.</a:t>
            </a:r>
            <a:endParaRPr sz="1600" dirty="0"/>
          </a:p>
        </p:txBody>
      </p:sp>
      <p:sp>
        <p:nvSpPr>
          <p:cNvPr id="3670" name="Google Shape;3670;p42"/>
          <p:cNvSpPr txBox="1">
            <a:spLocks noGrp="1"/>
          </p:cNvSpPr>
          <p:nvPr>
            <p:ph type="title" idx="3"/>
          </p:nvPr>
        </p:nvSpPr>
        <p:spPr>
          <a:xfrm>
            <a:off x="3674555" y="1136470"/>
            <a:ext cx="2453364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00"/>
                </a:solidFill>
                <a:latin typeface="Arial Black" panose="020B0A04020102020204" pitchFamily="34" charset="0"/>
              </a:rPr>
              <a:t>Defense-in-Depth</a:t>
            </a:r>
            <a:endParaRPr sz="1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671" name="Google Shape;3671;p42"/>
          <p:cNvSpPr txBox="1">
            <a:spLocks noGrp="1"/>
          </p:cNvSpPr>
          <p:nvPr>
            <p:ph type="subTitle" idx="4"/>
          </p:nvPr>
        </p:nvSpPr>
        <p:spPr>
          <a:xfrm>
            <a:off x="3754849" y="1462913"/>
            <a:ext cx="22476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dirty="0">
                <a:latin typeface="Roboto" panose="02000000000000000000" pitchFamily="2" charset="0"/>
                <a:ea typeface="Roboto" panose="02000000000000000000" pitchFamily="2" charset="0"/>
              </a:rPr>
              <a:t>Multiple layers of security controls and their effectiveness are verified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72" name="Google Shape;3672;p42"/>
          <p:cNvSpPr txBox="1">
            <a:spLocks noGrp="1"/>
          </p:cNvSpPr>
          <p:nvPr>
            <p:ph type="title" idx="5"/>
          </p:nvPr>
        </p:nvSpPr>
        <p:spPr>
          <a:xfrm>
            <a:off x="1503381" y="3701221"/>
            <a:ext cx="3221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00"/>
                </a:solidFill>
                <a:latin typeface="Arial Black" panose="020B0A04020102020204" pitchFamily="34" charset="0"/>
              </a:rPr>
              <a:t>Compliance &amp; Assurance </a:t>
            </a:r>
            <a:endParaRPr sz="1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673" name="Google Shape;3673;p42"/>
          <p:cNvSpPr txBox="1">
            <a:spLocks noGrp="1"/>
          </p:cNvSpPr>
          <p:nvPr>
            <p:ph type="subTitle" idx="6"/>
          </p:nvPr>
        </p:nvSpPr>
        <p:spPr>
          <a:xfrm>
            <a:off x="2008887" y="4085425"/>
            <a:ext cx="2260212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</a:rPr>
              <a:t>Regulatory compliance are met through penetration testing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674" name="Google Shape;3674;p42"/>
          <p:cNvGrpSpPr/>
          <p:nvPr/>
        </p:nvGrpSpPr>
        <p:grpSpPr>
          <a:xfrm>
            <a:off x="8711466" y="502840"/>
            <a:ext cx="485944" cy="339170"/>
            <a:chOff x="5265975" y="1869575"/>
            <a:chExt cx="269400" cy="128825"/>
          </a:xfrm>
        </p:grpSpPr>
        <p:cxnSp>
          <p:nvCxnSpPr>
            <p:cNvPr id="3675" name="Google Shape;3675;p42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6" name="Google Shape;3676;p42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7" name="Google Shape;3677;p42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8" name="Google Shape;3678;p42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9" name="Google Shape;3679;p42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FA42FFA-01C0-4CE1-8E00-639DE1A7FAFF}"/>
              </a:ext>
            </a:extLst>
          </p:cNvPr>
          <p:cNvGrpSpPr/>
          <p:nvPr/>
        </p:nvGrpSpPr>
        <p:grpSpPr>
          <a:xfrm>
            <a:off x="7394071" y="632025"/>
            <a:ext cx="867300" cy="825000"/>
            <a:chOff x="7126195" y="703502"/>
            <a:chExt cx="867300" cy="825000"/>
          </a:xfrm>
        </p:grpSpPr>
        <p:sp>
          <p:nvSpPr>
            <p:cNvPr id="3682" name="Google Shape;3682;p42"/>
            <p:cNvSpPr/>
            <p:nvPr/>
          </p:nvSpPr>
          <p:spPr>
            <a:xfrm>
              <a:off x="7126195" y="703502"/>
              <a:ext cx="867300" cy="825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83" name="Google Shape;3683;p42"/>
            <p:cNvGrpSpPr/>
            <p:nvPr/>
          </p:nvGrpSpPr>
          <p:grpSpPr>
            <a:xfrm>
              <a:off x="7385323" y="949143"/>
              <a:ext cx="349169" cy="333708"/>
              <a:chOff x="6069423" y="2891892"/>
              <a:chExt cx="362321" cy="364231"/>
            </a:xfrm>
          </p:grpSpPr>
          <p:sp>
            <p:nvSpPr>
              <p:cNvPr id="3684" name="Google Shape;3684;p42"/>
              <p:cNvSpPr/>
              <p:nvPr/>
            </p:nvSpPr>
            <p:spPr>
              <a:xfrm>
                <a:off x="6069423" y="2891892"/>
                <a:ext cx="278958" cy="278958"/>
              </a:xfrm>
              <a:custGeom>
                <a:avLst/>
                <a:gdLst/>
                <a:ahLst/>
                <a:cxnLst/>
                <a:rect l="l" t="t" r="r" b="b"/>
                <a:pathLst>
                  <a:path w="8764" h="8764" extrusionOk="0">
                    <a:moveTo>
                      <a:pt x="4120" y="1"/>
                    </a:moveTo>
                    <a:cubicBezTo>
                      <a:pt x="3858" y="1"/>
                      <a:pt x="3632" y="203"/>
                      <a:pt x="3572" y="453"/>
                    </a:cubicBezTo>
                    <a:lnTo>
                      <a:pt x="3406" y="1299"/>
                    </a:lnTo>
                    <a:cubicBezTo>
                      <a:pt x="3227" y="1358"/>
                      <a:pt x="3060" y="1418"/>
                      <a:pt x="2906" y="1513"/>
                    </a:cubicBezTo>
                    <a:lnTo>
                      <a:pt x="2191" y="1037"/>
                    </a:lnTo>
                    <a:cubicBezTo>
                      <a:pt x="2096" y="971"/>
                      <a:pt x="1987" y="940"/>
                      <a:pt x="1879" y="940"/>
                    </a:cubicBezTo>
                    <a:cubicBezTo>
                      <a:pt x="1732" y="940"/>
                      <a:pt x="1587" y="998"/>
                      <a:pt x="1477" y="1108"/>
                    </a:cubicBezTo>
                    <a:lnTo>
                      <a:pt x="1096" y="1477"/>
                    </a:lnTo>
                    <a:cubicBezTo>
                      <a:pt x="905" y="1668"/>
                      <a:pt x="882" y="1965"/>
                      <a:pt x="1024" y="2191"/>
                    </a:cubicBezTo>
                    <a:lnTo>
                      <a:pt x="1501" y="2906"/>
                    </a:lnTo>
                    <a:cubicBezTo>
                      <a:pt x="1417" y="3073"/>
                      <a:pt x="1358" y="3239"/>
                      <a:pt x="1298" y="3406"/>
                    </a:cubicBezTo>
                    <a:lnTo>
                      <a:pt x="441" y="3573"/>
                    </a:lnTo>
                    <a:cubicBezTo>
                      <a:pt x="179" y="3632"/>
                      <a:pt x="0" y="3858"/>
                      <a:pt x="0" y="4132"/>
                    </a:cubicBezTo>
                    <a:lnTo>
                      <a:pt x="0" y="4644"/>
                    </a:lnTo>
                    <a:cubicBezTo>
                      <a:pt x="0" y="4918"/>
                      <a:pt x="191" y="5132"/>
                      <a:pt x="441" y="5204"/>
                    </a:cubicBezTo>
                    <a:lnTo>
                      <a:pt x="1298" y="5359"/>
                    </a:lnTo>
                    <a:cubicBezTo>
                      <a:pt x="1358" y="5537"/>
                      <a:pt x="1417" y="5704"/>
                      <a:pt x="1501" y="5871"/>
                    </a:cubicBezTo>
                    <a:lnTo>
                      <a:pt x="1024" y="6585"/>
                    </a:lnTo>
                    <a:cubicBezTo>
                      <a:pt x="882" y="6811"/>
                      <a:pt x="905" y="7109"/>
                      <a:pt x="1096" y="7299"/>
                    </a:cubicBezTo>
                    <a:lnTo>
                      <a:pt x="1477" y="7668"/>
                    </a:lnTo>
                    <a:cubicBezTo>
                      <a:pt x="1587" y="7778"/>
                      <a:pt x="1732" y="7837"/>
                      <a:pt x="1879" y="7837"/>
                    </a:cubicBezTo>
                    <a:cubicBezTo>
                      <a:pt x="1987" y="7837"/>
                      <a:pt x="2096" y="7805"/>
                      <a:pt x="2191" y="7740"/>
                    </a:cubicBezTo>
                    <a:lnTo>
                      <a:pt x="2906" y="7264"/>
                    </a:lnTo>
                    <a:cubicBezTo>
                      <a:pt x="3060" y="7359"/>
                      <a:pt x="3227" y="7418"/>
                      <a:pt x="3406" y="7478"/>
                    </a:cubicBezTo>
                    <a:lnTo>
                      <a:pt x="3572" y="8323"/>
                    </a:lnTo>
                    <a:cubicBezTo>
                      <a:pt x="3632" y="8585"/>
                      <a:pt x="3858" y="8764"/>
                      <a:pt x="4120" y="8764"/>
                    </a:cubicBezTo>
                    <a:lnTo>
                      <a:pt x="4644" y="8764"/>
                    </a:lnTo>
                    <a:cubicBezTo>
                      <a:pt x="4906" y="8764"/>
                      <a:pt x="5132" y="8573"/>
                      <a:pt x="5192" y="8323"/>
                    </a:cubicBezTo>
                    <a:lnTo>
                      <a:pt x="5358" y="7478"/>
                    </a:lnTo>
                    <a:cubicBezTo>
                      <a:pt x="5489" y="7430"/>
                      <a:pt x="5620" y="7371"/>
                      <a:pt x="5763" y="7311"/>
                    </a:cubicBezTo>
                    <a:cubicBezTo>
                      <a:pt x="5846" y="7299"/>
                      <a:pt x="5894" y="7192"/>
                      <a:pt x="5846" y="7109"/>
                    </a:cubicBezTo>
                    <a:cubicBezTo>
                      <a:pt x="5812" y="7039"/>
                      <a:pt x="5751" y="6995"/>
                      <a:pt x="5684" y="6995"/>
                    </a:cubicBezTo>
                    <a:cubicBezTo>
                      <a:pt x="5659" y="6995"/>
                      <a:pt x="5634" y="7001"/>
                      <a:pt x="5608" y="7014"/>
                    </a:cubicBezTo>
                    <a:cubicBezTo>
                      <a:pt x="5465" y="7085"/>
                      <a:pt x="5311" y="7144"/>
                      <a:pt x="5144" y="7180"/>
                    </a:cubicBezTo>
                    <a:cubicBezTo>
                      <a:pt x="5084" y="7192"/>
                      <a:pt x="5025" y="7252"/>
                      <a:pt x="5013" y="7311"/>
                    </a:cubicBezTo>
                    <a:lnTo>
                      <a:pt x="4823" y="8264"/>
                    </a:lnTo>
                    <a:cubicBezTo>
                      <a:pt x="4811" y="8347"/>
                      <a:pt x="4715" y="8430"/>
                      <a:pt x="4632" y="8430"/>
                    </a:cubicBezTo>
                    <a:lnTo>
                      <a:pt x="4108" y="8430"/>
                    </a:lnTo>
                    <a:cubicBezTo>
                      <a:pt x="4013" y="8430"/>
                      <a:pt x="3930" y="8347"/>
                      <a:pt x="3918" y="8264"/>
                    </a:cubicBezTo>
                    <a:lnTo>
                      <a:pt x="3715" y="7311"/>
                    </a:lnTo>
                    <a:cubicBezTo>
                      <a:pt x="3703" y="7252"/>
                      <a:pt x="3656" y="7192"/>
                      <a:pt x="3584" y="7180"/>
                    </a:cubicBezTo>
                    <a:cubicBezTo>
                      <a:pt x="3358" y="7121"/>
                      <a:pt x="3156" y="7025"/>
                      <a:pt x="2965" y="6906"/>
                    </a:cubicBezTo>
                    <a:cubicBezTo>
                      <a:pt x="2935" y="6894"/>
                      <a:pt x="2900" y="6888"/>
                      <a:pt x="2864" y="6888"/>
                    </a:cubicBezTo>
                    <a:cubicBezTo>
                      <a:pt x="2828" y="6888"/>
                      <a:pt x="2792" y="6894"/>
                      <a:pt x="2763" y="6906"/>
                    </a:cubicBezTo>
                    <a:lnTo>
                      <a:pt x="1965" y="7442"/>
                    </a:lnTo>
                    <a:cubicBezTo>
                      <a:pt x="1934" y="7468"/>
                      <a:pt x="1894" y="7480"/>
                      <a:pt x="1854" y="7480"/>
                    </a:cubicBezTo>
                    <a:cubicBezTo>
                      <a:pt x="1802" y="7480"/>
                      <a:pt x="1749" y="7459"/>
                      <a:pt x="1715" y="7418"/>
                    </a:cubicBezTo>
                    <a:lnTo>
                      <a:pt x="1334" y="7049"/>
                    </a:lnTo>
                    <a:cubicBezTo>
                      <a:pt x="1263" y="6966"/>
                      <a:pt x="1263" y="6859"/>
                      <a:pt x="1310" y="6787"/>
                    </a:cubicBezTo>
                    <a:lnTo>
                      <a:pt x="1846" y="5990"/>
                    </a:lnTo>
                    <a:cubicBezTo>
                      <a:pt x="1882" y="5930"/>
                      <a:pt x="1882" y="5859"/>
                      <a:pt x="1846" y="5799"/>
                    </a:cubicBezTo>
                    <a:cubicBezTo>
                      <a:pt x="1727" y="5597"/>
                      <a:pt x="1655" y="5382"/>
                      <a:pt x="1572" y="5168"/>
                    </a:cubicBezTo>
                    <a:cubicBezTo>
                      <a:pt x="1560" y="5109"/>
                      <a:pt x="1501" y="5049"/>
                      <a:pt x="1441" y="5037"/>
                    </a:cubicBezTo>
                    <a:lnTo>
                      <a:pt x="489" y="4847"/>
                    </a:lnTo>
                    <a:cubicBezTo>
                      <a:pt x="393" y="4823"/>
                      <a:pt x="322" y="4739"/>
                      <a:pt x="322" y="4644"/>
                    </a:cubicBezTo>
                    <a:lnTo>
                      <a:pt x="322" y="4132"/>
                    </a:lnTo>
                    <a:cubicBezTo>
                      <a:pt x="322" y="4037"/>
                      <a:pt x="393" y="3954"/>
                      <a:pt x="489" y="3930"/>
                    </a:cubicBezTo>
                    <a:lnTo>
                      <a:pt x="1441" y="3739"/>
                    </a:lnTo>
                    <a:cubicBezTo>
                      <a:pt x="1501" y="3727"/>
                      <a:pt x="1560" y="3680"/>
                      <a:pt x="1572" y="3608"/>
                    </a:cubicBezTo>
                    <a:cubicBezTo>
                      <a:pt x="1632" y="3382"/>
                      <a:pt x="1727" y="3180"/>
                      <a:pt x="1846" y="2977"/>
                    </a:cubicBezTo>
                    <a:cubicBezTo>
                      <a:pt x="1870" y="2918"/>
                      <a:pt x="1870" y="2846"/>
                      <a:pt x="1846" y="2787"/>
                    </a:cubicBezTo>
                    <a:lnTo>
                      <a:pt x="1310" y="1989"/>
                    </a:lnTo>
                    <a:cubicBezTo>
                      <a:pt x="1251" y="1906"/>
                      <a:pt x="1263" y="1787"/>
                      <a:pt x="1334" y="1727"/>
                    </a:cubicBezTo>
                    <a:lnTo>
                      <a:pt x="1715" y="1358"/>
                    </a:lnTo>
                    <a:cubicBezTo>
                      <a:pt x="1754" y="1319"/>
                      <a:pt x="1804" y="1301"/>
                      <a:pt x="1854" y="1301"/>
                    </a:cubicBezTo>
                    <a:cubicBezTo>
                      <a:pt x="1894" y="1301"/>
                      <a:pt x="1933" y="1313"/>
                      <a:pt x="1965" y="1334"/>
                    </a:cubicBezTo>
                    <a:lnTo>
                      <a:pt x="2763" y="1870"/>
                    </a:lnTo>
                    <a:cubicBezTo>
                      <a:pt x="2792" y="1888"/>
                      <a:pt x="2828" y="1897"/>
                      <a:pt x="2864" y="1897"/>
                    </a:cubicBezTo>
                    <a:cubicBezTo>
                      <a:pt x="2900" y="1897"/>
                      <a:pt x="2935" y="1888"/>
                      <a:pt x="2965" y="1870"/>
                    </a:cubicBezTo>
                    <a:cubicBezTo>
                      <a:pt x="3156" y="1751"/>
                      <a:pt x="3382" y="1668"/>
                      <a:pt x="3584" y="1596"/>
                    </a:cubicBezTo>
                    <a:cubicBezTo>
                      <a:pt x="3644" y="1584"/>
                      <a:pt x="3703" y="1525"/>
                      <a:pt x="3715" y="1465"/>
                    </a:cubicBezTo>
                    <a:lnTo>
                      <a:pt x="3918" y="513"/>
                    </a:lnTo>
                    <a:cubicBezTo>
                      <a:pt x="3930" y="417"/>
                      <a:pt x="4013" y="346"/>
                      <a:pt x="4108" y="346"/>
                    </a:cubicBezTo>
                    <a:lnTo>
                      <a:pt x="4632" y="346"/>
                    </a:lnTo>
                    <a:cubicBezTo>
                      <a:pt x="4715" y="346"/>
                      <a:pt x="4811" y="417"/>
                      <a:pt x="4823" y="513"/>
                    </a:cubicBezTo>
                    <a:lnTo>
                      <a:pt x="5013" y="1465"/>
                    </a:lnTo>
                    <a:cubicBezTo>
                      <a:pt x="5025" y="1525"/>
                      <a:pt x="5073" y="1584"/>
                      <a:pt x="5144" y="1596"/>
                    </a:cubicBezTo>
                    <a:cubicBezTo>
                      <a:pt x="5370" y="1656"/>
                      <a:pt x="5585" y="1751"/>
                      <a:pt x="5775" y="1870"/>
                    </a:cubicBezTo>
                    <a:cubicBezTo>
                      <a:pt x="5805" y="1882"/>
                      <a:pt x="5838" y="1888"/>
                      <a:pt x="5870" y="1888"/>
                    </a:cubicBezTo>
                    <a:cubicBezTo>
                      <a:pt x="5903" y="1888"/>
                      <a:pt x="5936" y="1882"/>
                      <a:pt x="5966" y="1870"/>
                    </a:cubicBezTo>
                    <a:lnTo>
                      <a:pt x="6775" y="1334"/>
                    </a:lnTo>
                    <a:cubicBezTo>
                      <a:pt x="6806" y="1309"/>
                      <a:pt x="6846" y="1296"/>
                      <a:pt x="6886" y="1296"/>
                    </a:cubicBezTo>
                    <a:cubicBezTo>
                      <a:pt x="6938" y="1296"/>
                      <a:pt x="6991" y="1317"/>
                      <a:pt x="7025" y="1358"/>
                    </a:cubicBezTo>
                    <a:lnTo>
                      <a:pt x="7394" y="1727"/>
                    </a:lnTo>
                    <a:cubicBezTo>
                      <a:pt x="7466" y="1810"/>
                      <a:pt x="7466" y="1906"/>
                      <a:pt x="7430" y="1989"/>
                    </a:cubicBezTo>
                    <a:lnTo>
                      <a:pt x="6894" y="2787"/>
                    </a:lnTo>
                    <a:cubicBezTo>
                      <a:pt x="6847" y="2846"/>
                      <a:pt x="6847" y="2918"/>
                      <a:pt x="6894" y="2977"/>
                    </a:cubicBezTo>
                    <a:cubicBezTo>
                      <a:pt x="7013" y="3180"/>
                      <a:pt x="7085" y="3394"/>
                      <a:pt x="7156" y="3608"/>
                    </a:cubicBezTo>
                    <a:cubicBezTo>
                      <a:pt x="7168" y="3668"/>
                      <a:pt x="7228" y="3727"/>
                      <a:pt x="7287" y="3739"/>
                    </a:cubicBezTo>
                    <a:lnTo>
                      <a:pt x="8240" y="3930"/>
                    </a:lnTo>
                    <a:cubicBezTo>
                      <a:pt x="8335" y="3954"/>
                      <a:pt x="8406" y="4037"/>
                      <a:pt x="8406" y="4132"/>
                    </a:cubicBezTo>
                    <a:lnTo>
                      <a:pt x="8406" y="4644"/>
                    </a:lnTo>
                    <a:cubicBezTo>
                      <a:pt x="8406" y="4739"/>
                      <a:pt x="8335" y="4823"/>
                      <a:pt x="8240" y="4847"/>
                    </a:cubicBezTo>
                    <a:lnTo>
                      <a:pt x="7287" y="5037"/>
                    </a:lnTo>
                    <a:cubicBezTo>
                      <a:pt x="7228" y="5049"/>
                      <a:pt x="7168" y="5097"/>
                      <a:pt x="7156" y="5168"/>
                    </a:cubicBezTo>
                    <a:cubicBezTo>
                      <a:pt x="7109" y="5335"/>
                      <a:pt x="7049" y="5478"/>
                      <a:pt x="6978" y="5632"/>
                    </a:cubicBezTo>
                    <a:cubicBezTo>
                      <a:pt x="6930" y="5716"/>
                      <a:pt x="6978" y="5823"/>
                      <a:pt x="7073" y="5871"/>
                    </a:cubicBezTo>
                    <a:cubicBezTo>
                      <a:pt x="7095" y="5883"/>
                      <a:pt x="7119" y="5889"/>
                      <a:pt x="7143" y="5889"/>
                    </a:cubicBezTo>
                    <a:cubicBezTo>
                      <a:pt x="7209" y="5889"/>
                      <a:pt x="7276" y="5845"/>
                      <a:pt x="7311" y="5775"/>
                    </a:cubicBezTo>
                    <a:cubicBezTo>
                      <a:pt x="7370" y="5644"/>
                      <a:pt x="7430" y="5513"/>
                      <a:pt x="7466" y="5359"/>
                    </a:cubicBezTo>
                    <a:lnTo>
                      <a:pt x="8323" y="5204"/>
                    </a:lnTo>
                    <a:cubicBezTo>
                      <a:pt x="8585" y="5144"/>
                      <a:pt x="8763" y="4918"/>
                      <a:pt x="8763" y="4644"/>
                    </a:cubicBezTo>
                    <a:lnTo>
                      <a:pt x="8763" y="4132"/>
                    </a:lnTo>
                    <a:cubicBezTo>
                      <a:pt x="8763" y="3858"/>
                      <a:pt x="8573" y="3632"/>
                      <a:pt x="8323" y="3573"/>
                    </a:cubicBezTo>
                    <a:lnTo>
                      <a:pt x="7466" y="3406"/>
                    </a:lnTo>
                    <a:cubicBezTo>
                      <a:pt x="7406" y="3227"/>
                      <a:pt x="7347" y="3073"/>
                      <a:pt x="7263" y="2906"/>
                    </a:cubicBezTo>
                    <a:lnTo>
                      <a:pt x="7740" y="2191"/>
                    </a:lnTo>
                    <a:cubicBezTo>
                      <a:pt x="7882" y="1965"/>
                      <a:pt x="7859" y="1668"/>
                      <a:pt x="7668" y="1477"/>
                    </a:cubicBezTo>
                    <a:lnTo>
                      <a:pt x="7287" y="1108"/>
                    </a:lnTo>
                    <a:cubicBezTo>
                      <a:pt x="7177" y="998"/>
                      <a:pt x="7032" y="940"/>
                      <a:pt x="6885" y="940"/>
                    </a:cubicBezTo>
                    <a:cubicBezTo>
                      <a:pt x="6777" y="940"/>
                      <a:pt x="6668" y="971"/>
                      <a:pt x="6573" y="1037"/>
                    </a:cubicBezTo>
                    <a:lnTo>
                      <a:pt x="5858" y="1513"/>
                    </a:lnTo>
                    <a:cubicBezTo>
                      <a:pt x="5704" y="1418"/>
                      <a:pt x="5537" y="1358"/>
                      <a:pt x="5358" y="1299"/>
                    </a:cubicBezTo>
                    <a:lnTo>
                      <a:pt x="5192" y="453"/>
                    </a:lnTo>
                    <a:cubicBezTo>
                      <a:pt x="5132" y="179"/>
                      <a:pt x="4906" y="1"/>
                      <a:pt x="46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42"/>
              <p:cNvSpPr/>
              <p:nvPr/>
            </p:nvSpPr>
            <p:spPr>
              <a:xfrm>
                <a:off x="6161507" y="2967679"/>
                <a:ext cx="111851" cy="97432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061" extrusionOk="0">
                    <a:moveTo>
                      <a:pt x="1489" y="1"/>
                    </a:moveTo>
                    <a:cubicBezTo>
                      <a:pt x="965" y="1"/>
                      <a:pt x="465" y="215"/>
                      <a:pt x="84" y="584"/>
                    </a:cubicBezTo>
                    <a:cubicBezTo>
                      <a:pt x="1" y="656"/>
                      <a:pt x="1" y="763"/>
                      <a:pt x="84" y="834"/>
                    </a:cubicBezTo>
                    <a:cubicBezTo>
                      <a:pt x="120" y="870"/>
                      <a:pt x="164" y="888"/>
                      <a:pt x="209" y="888"/>
                    </a:cubicBezTo>
                    <a:cubicBezTo>
                      <a:pt x="254" y="888"/>
                      <a:pt x="298" y="870"/>
                      <a:pt x="334" y="834"/>
                    </a:cubicBezTo>
                    <a:cubicBezTo>
                      <a:pt x="644" y="537"/>
                      <a:pt x="1060" y="358"/>
                      <a:pt x="1489" y="358"/>
                    </a:cubicBezTo>
                    <a:cubicBezTo>
                      <a:pt x="2418" y="358"/>
                      <a:pt x="3168" y="1108"/>
                      <a:pt x="3168" y="2025"/>
                    </a:cubicBezTo>
                    <a:cubicBezTo>
                      <a:pt x="3168" y="2299"/>
                      <a:pt x="3096" y="2549"/>
                      <a:pt x="2989" y="2787"/>
                    </a:cubicBezTo>
                    <a:cubicBezTo>
                      <a:pt x="2930" y="2894"/>
                      <a:pt x="2953" y="2989"/>
                      <a:pt x="3049" y="3037"/>
                    </a:cubicBezTo>
                    <a:cubicBezTo>
                      <a:pt x="3073" y="3061"/>
                      <a:pt x="3108" y="3061"/>
                      <a:pt x="3132" y="3061"/>
                    </a:cubicBezTo>
                    <a:cubicBezTo>
                      <a:pt x="3192" y="3061"/>
                      <a:pt x="3263" y="3025"/>
                      <a:pt x="3299" y="2954"/>
                    </a:cubicBezTo>
                    <a:cubicBezTo>
                      <a:pt x="3442" y="2668"/>
                      <a:pt x="3513" y="2358"/>
                      <a:pt x="3513" y="2025"/>
                    </a:cubicBezTo>
                    <a:cubicBezTo>
                      <a:pt x="3513" y="906"/>
                      <a:pt x="2608" y="1"/>
                      <a:pt x="1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42"/>
              <p:cNvSpPr/>
              <p:nvPr/>
            </p:nvSpPr>
            <p:spPr>
              <a:xfrm>
                <a:off x="6144828" y="3007848"/>
                <a:ext cx="105389" cy="88742"/>
              </a:xfrm>
              <a:custGeom>
                <a:avLst/>
                <a:gdLst/>
                <a:ahLst/>
                <a:cxnLst/>
                <a:rect l="l" t="t" r="r" b="b"/>
                <a:pathLst>
                  <a:path w="3311" h="2788" extrusionOk="0">
                    <a:moveTo>
                      <a:pt x="262" y="1"/>
                    </a:moveTo>
                    <a:cubicBezTo>
                      <a:pt x="194" y="1"/>
                      <a:pt x="124" y="44"/>
                      <a:pt x="96" y="108"/>
                    </a:cubicBezTo>
                    <a:cubicBezTo>
                      <a:pt x="25" y="323"/>
                      <a:pt x="1" y="549"/>
                      <a:pt x="1" y="763"/>
                    </a:cubicBezTo>
                    <a:cubicBezTo>
                      <a:pt x="1" y="1882"/>
                      <a:pt x="906" y="2787"/>
                      <a:pt x="2013" y="2787"/>
                    </a:cubicBezTo>
                    <a:cubicBezTo>
                      <a:pt x="2454" y="2787"/>
                      <a:pt x="2846" y="2656"/>
                      <a:pt x="3204" y="2406"/>
                    </a:cubicBezTo>
                    <a:cubicBezTo>
                      <a:pt x="3287" y="2347"/>
                      <a:pt x="3311" y="2239"/>
                      <a:pt x="3251" y="2156"/>
                    </a:cubicBezTo>
                    <a:cubicBezTo>
                      <a:pt x="3214" y="2104"/>
                      <a:pt x="3159" y="2075"/>
                      <a:pt x="3102" y="2075"/>
                    </a:cubicBezTo>
                    <a:cubicBezTo>
                      <a:pt x="3068" y="2075"/>
                      <a:pt x="3033" y="2086"/>
                      <a:pt x="3001" y="2108"/>
                    </a:cubicBezTo>
                    <a:cubicBezTo>
                      <a:pt x="2715" y="2311"/>
                      <a:pt x="2370" y="2418"/>
                      <a:pt x="2037" y="2418"/>
                    </a:cubicBezTo>
                    <a:cubicBezTo>
                      <a:pt x="1108" y="2418"/>
                      <a:pt x="370" y="1680"/>
                      <a:pt x="370" y="751"/>
                    </a:cubicBezTo>
                    <a:cubicBezTo>
                      <a:pt x="370" y="573"/>
                      <a:pt x="394" y="382"/>
                      <a:pt x="453" y="215"/>
                    </a:cubicBezTo>
                    <a:cubicBezTo>
                      <a:pt x="477" y="144"/>
                      <a:pt x="406" y="37"/>
                      <a:pt x="322" y="13"/>
                    </a:cubicBezTo>
                    <a:cubicBezTo>
                      <a:pt x="303" y="5"/>
                      <a:pt x="283" y="1"/>
                      <a:pt x="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42"/>
              <p:cNvSpPr/>
              <p:nvPr/>
            </p:nvSpPr>
            <p:spPr>
              <a:xfrm>
                <a:off x="6245633" y="3069248"/>
                <a:ext cx="186110" cy="186874"/>
              </a:xfrm>
              <a:custGeom>
                <a:avLst/>
                <a:gdLst/>
                <a:ahLst/>
                <a:cxnLst/>
                <a:rect l="l" t="t" r="r" b="b"/>
                <a:pathLst>
                  <a:path w="5847" h="5871" extrusionOk="0">
                    <a:moveTo>
                      <a:pt x="2751" y="1"/>
                    </a:moveTo>
                    <a:cubicBezTo>
                      <a:pt x="2549" y="1"/>
                      <a:pt x="2370" y="144"/>
                      <a:pt x="2335" y="346"/>
                    </a:cubicBezTo>
                    <a:lnTo>
                      <a:pt x="2227" y="858"/>
                    </a:lnTo>
                    <a:cubicBezTo>
                      <a:pt x="2144" y="894"/>
                      <a:pt x="2037" y="941"/>
                      <a:pt x="1965" y="977"/>
                    </a:cubicBezTo>
                    <a:lnTo>
                      <a:pt x="1513" y="680"/>
                    </a:lnTo>
                    <a:cubicBezTo>
                      <a:pt x="1449" y="631"/>
                      <a:pt x="1372" y="608"/>
                      <a:pt x="1293" y="608"/>
                    </a:cubicBezTo>
                    <a:cubicBezTo>
                      <a:pt x="1179" y="608"/>
                      <a:pt x="1061" y="655"/>
                      <a:pt x="977" y="739"/>
                    </a:cubicBezTo>
                    <a:lnTo>
                      <a:pt x="739" y="977"/>
                    </a:lnTo>
                    <a:cubicBezTo>
                      <a:pt x="596" y="1132"/>
                      <a:pt x="584" y="1346"/>
                      <a:pt x="680" y="1513"/>
                    </a:cubicBezTo>
                    <a:lnTo>
                      <a:pt x="977" y="1965"/>
                    </a:lnTo>
                    <a:cubicBezTo>
                      <a:pt x="918" y="2084"/>
                      <a:pt x="882" y="2215"/>
                      <a:pt x="834" y="2346"/>
                    </a:cubicBezTo>
                    <a:cubicBezTo>
                      <a:pt x="799" y="2442"/>
                      <a:pt x="858" y="2537"/>
                      <a:pt x="953" y="2573"/>
                    </a:cubicBezTo>
                    <a:cubicBezTo>
                      <a:pt x="968" y="2579"/>
                      <a:pt x="984" y="2582"/>
                      <a:pt x="1000" y="2582"/>
                    </a:cubicBezTo>
                    <a:cubicBezTo>
                      <a:pt x="1073" y="2582"/>
                      <a:pt x="1150" y="2522"/>
                      <a:pt x="1180" y="2454"/>
                    </a:cubicBezTo>
                    <a:cubicBezTo>
                      <a:pt x="1215" y="2323"/>
                      <a:pt x="1263" y="2192"/>
                      <a:pt x="1334" y="2049"/>
                    </a:cubicBezTo>
                    <a:cubicBezTo>
                      <a:pt x="1370" y="1989"/>
                      <a:pt x="1370" y="1918"/>
                      <a:pt x="1334" y="1858"/>
                    </a:cubicBezTo>
                    <a:lnTo>
                      <a:pt x="977" y="1322"/>
                    </a:lnTo>
                    <a:cubicBezTo>
                      <a:pt x="965" y="1287"/>
                      <a:pt x="965" y="1263"/>
                      <a:pt x="1001" y="1239"/>
                    </a:cubicBezTo>
                    <a:lnTo>
                      <a:pt x="1239" y="989"/>
                    </a:lnTo>
                    <a:cubicBezTo>
                      <a:pt x="1253" y="975"/>
                      <a:pt x="1271" y="969"/>
                      <a:pt x="1288" y="969"/>
                    </a:cubicBezTo>
                    <a:cubicBezTo>
                      <a:pt x="1301" y="969"/>
                      <a:pt x="1313" y="972"/>
                      <a:pt x="1322" y="977"/>
                    </a:cubicBezTo>
                    <a:lnTo>
                      <a:pt x="1858" y="1334"/>
                    </a:lnTo>
                    <a:cubicBezTo>
                      <a:pt x="1888" y="1358"/>
                      <a:pt x="1921" y="1370"/>
                      <a:pt x="1954" y="1370"/>
                    </a:cubicBezTo>
                    <a:cubicBezTo>
                      <a:pt x="1986" y="1370"/>
                      <a:pt x="2019" y="1358"/>
                      <a:pt x="2049" y="1334"/>
                    </a:cubicBezTo>
                    <a:cubicBezTo>
                      <a:pt x="2168" y="1263"/>
                      <a:pt x="2323" y="1203"/>
                      <a:pt x="2454" y="1168"/>
                    </a:cubicBezTo>
                    <a:cubicBezTo>
                      <a:pt x="2513" y="1156"/>
                      <a:pt x="2573" y="1096"/>
                      <a:pt x="2585" y="1037"/>
                    </a:cubicBezTo>
                    <a:lnTo>
                      <a:pt x="2704" y="418"/>
                    </a:lnTo>
                    <a:cubicBezTo>
                      <a:pt x="2704" y="382"/>
                      <a:pt x="2739" y="358"/>
                      <a:pt x="2775" y="358"/>
                    </a:cubicBezTo>
                    <a:lnTo>
                      <a:pt x="3120" y="358"/>
                    </a:lnTo>
                    <a:cubicBezTo>
                      <a:pt x="3156" y="358"/>
                      <a:pt x="3180" y="382"/>
                      <a:pt x="3192" y="418"/>
                    </a:cubicBezTo>
                    <a:lnTo>
                      <a:pt x="3311" y="1037"/>
                    </a:lnTo>
                    <a:cubicBezTo>
                      <a:pt x="3335" y="1096"/>
                      <a:pt x="3370" y="1156"/>
                      <a:pt x="3454" y="1168"/>
                    </a:cubicBezTo>
                    <a:cubicBezTo>
                      <a:pt x="3585" y="1215"/>
                      <a:pt x="3716" y="1263"/>
                      <a:pt x="3847" y="1334"/>
                    </a:cubicBezTo>
                    <a:cubicBezTo>
                      <a:pt x="3882" y="1352"/>
                      <a:pt x="3918" y="1361"/>
                      <a:pt x="3952" y="1361"/>
                    </a:cubicBezTo>
                    <a:cubicBezTo>
                      <a:pt x="3987" y="1361"/>
                      <a:pt x="4019" y="1352"/>
                      <a:pt x="4049" y="1334"/>
                    </a:cubicBezTo>
                    <a:lnTo>
                      <a:pt x="4585" y="977"/>
                    </a:lnTo>
                    <a:cubicBezTo>
                      <a:pt x="4595" y="972"/>
                      <a:pt x="4607" y="969"/>
                      <a:pt x="4619" y="969"/>
                    </a:cubicBezTo>
                    <a:cubicBezTo>
                      <a:pt x="4636" y="969"/>
                      <a:pt x="4654" y="975"/>
                      <a:pt x="4668" y="989"/>
                    </a:cubicBezTo>
                    <a:lnTo>
                      <a:pt x="4906" y="1239"/>
                    </a:lnTo>
                    <a:cubicBezTo>
                      <a:pt x="4942" y="1263"/>
                      <a:pt x="4942" y="1287"/>
                      <a:pt x="4918" y="1322"/>
                    </a:cubicBezTo>
                    <a:lnTo>
                      <a:pt x="4561" y="1858"/>
                    </a:lnTo>
                    <a:cubicBezTo>
                      <a:pt x="4525" y="1918"/>
                      <a:pt x="4525" y="1989"/>
                      <a:pt x="4561" y="2049"/>
                    </a:cubicBezTo>
                    <a:cubicBezTo>
                      <a:pt x="4644" y="2168"/>
                      <a:pt x="4704" y="2323"/>
                      <a:pt x="4728" y="2454"/>
                    </a:cubicBezTo>
                    <a:cubicBezTo>
                      <a:pt x="4740" y="2513"/>
                      <a:pt x="4799" y="2573"/>
                      <a:pt x="4859" y="2585"/>
                    </a:cubicBezTo>
                    <a:lnTo>
                      <a:pt x="5490" y="2704"/>
                    </a:lnTo>
                    <a:cubicBezTo>
                      <a:pt x="5513" y="2704"/>
                      <a:pt x="5549" y="2739"/>
                      <a:pt x="5549" y="2775"/>
                    </a:cubicBezTo>
                    <a:lnTo>
                      <a:pt x="5549" y="3120"/>
                    </a:lnTo>
                    <a:cubicBezTo>
                      <a:pt x="5549" y="3156"/>
                      <a:pt x="5513" y="3180"/>
                      <a:pt x="5490" y="3192"/>
                    </a:cubicBezTo>
                    <a:lnTo>
                      <a:pt x="4859" y="3311"/>
                    </a:lnTo>
                    <a:cubicBezTo>
                      <a:pt x="4799" y="3335"/>
                      <a:pt x="4740" y="3370"/>
                      <a:pt x="4728" y="3454"/>
                    </a:cubicBezTo>
                    <a:cubicBezTo>
                      <a:pt x="4680" y="3585"/>
                      <a:pt x="4644" y="3716"/>
                      <a:pt x="4561" y="3847"/>
                    </a:cubicBezTo>
                    <a:cubicBezTo>
                      <a:pt x="4537" y="3906"/>
                      <a:pt x="4537" y="3989"/>
                      <a:pt x="4561" y="4049"/>
                    </a:cubicBezTo>
                    <a:lnTo>
                      <a:pt x="4918" y="4585"/>
                    </a:lnTo>
                    <a:cubicBezTo>
                      <a:pt x="4942" y="4609"/>
                      <a:pt x="4942" y="4644"/>
                      <a:pt x="4906" y="4668"/>
                    </a:cubicBezTo>
                    <a:lnTo>
                      <a:pt x="4668" y="4906"/>
                    </a:lnTo>
                    <a:cubicBezTo>
                      <a:pt x="4655" y="4926"/>
                      <a:pt x="4638" y="4935"/>
                      <a:pt x="4622" y="4935"/>
                    </a:cubicBezTo>
                    <a:cubicBezTo>
                      <a:pt x="4609" y="4935"/>
                      <a:pt x="4595" y="4929"/>
                      <a:pt x="4585" y="4918"/>
                    </a:cubicBezTo>
                    <a:lnTo>
                      <a:pt x="4049" y="4561"/>
                    </a:lnTo>
                    <a:cubicBezTo>
                      <a:pt x="4019" y="4543"/>
                      <a:pt x="3984" y="4534"/>
                      <a:pt x="3948" y="4534"/>
                    </a:cubicBezTo>
                    <a:cubicBezTo>
                      <a:pt x="3912" y="4534"/>
                      <a:pt x="3876" y="4543"/>
                      <a:pt x="3847" y="4561"/>
                    </a:cubicBezTo>
                    <a:cubicBezTo>
                      <a:pt x="3728" y="4644"/>
                      <a:pt x="3585" y="4704"/>
                      <a:pt x="3454" y="4728"/>
                    </a:cubicBezTo>
                    <a:cubicBezTo>
                      <a:pt x="3394" y="4751"/>
                      <a:pt x="3335" y="4811"/>
                      <a:pt x="3311" y="4859"/>
                    </a:cubicBezTo>
                    <a:lnTo>
                      <a:pt x="3192" y="5490"/>
                    </a:lnTo>
                    <a:cubicBezTo>
                      <a:pt x="3192" y="5525"/>
                      <a:pt x="3168" y="5549"/>
                      <a:pt x="3120" y="5549"/>
                    </a:cubicBezTo>
                    <a:lnTo>
                      <a:pt x="2775" y="5549"/>
                    </a:lnTo>
                    <a:cubicBezTo>
                      <a:pt x="2751" y="5549"/>
                      <a:pt x="2716" y="5513"/>
                      <a:pt x="2704" y="5490"/>
                    </a:cubicBezTo>
                    <a:lnTo>
                      <a:pt x="2585" y="4859"/>
                    </a:lnTo>
                    <a:cubicBezTo>
                      <a:pt x="2573" y="4811"/>
                      <a:pt x="2525" y="4751"/>
                      <a:pt x="2454" y="4728"/>
                    </a:cubicBezTo>
                    <a:cubicBezTo>
                      <a:pt x="2323" y="4692"/>
                      <a:pt x="2180" y="4644"/>
                      <a:pt x="2049" y="4561"/>
                    </a:cubicBezTo>
                    <a:cubicBezTo>
                      <a:pt x="2019" y="4549"/>
                      <a:pt x="1986" y="4543"/>
                      <a:pt x="1954" y="4543"/>
                    </a:cubicBezTo>
                    <a:cubicBezTo>
                      <a:pt x="1921" y="4543"/>
                      <a:pt x="1888" y="4549"/>
                      <a:pt x="1858" y="4561"/>
                    </a:cubicBezTo>
                    <a:lnTo>
                      <a:pt x="1322" y="4918"/>
                    </a:lnTo>
                    <a:cubicBezTo>
                      <a:pt x="1306" y="4929"/>
                      <a:pt x="1293" y="4935"/>
                      <a:pt x="1280" y="4935"/>
                    </a:cubicBezTo>
                    <a:cubicBezTo>
                      <a:pt x="1265" y="4935"/>
                      <a:pt x="1252" y="4926"/>
                      <a:pt x="1239" y="4906"/>
                    </a:cubicBezTo>
                    <a:lnTo>
                      <a:pt x="1001" y="4668"/>
                    </a:lnTo>
                    <a:cubicBezTo>
                      <a:pt x="965" y="4644"/>
                      <a:pt x="965" y="4609"/>
                      <a:pt x="977" y="4585"/>
                    </a:cubicBezTo>
                    <a:lnTo>
                      <a:pt x="1334" y="4049"/>
                    </a:lnTo>
                    <a:cubicBezTo>
                      <a:pt x="1382" y="3989"/>
                      <a:pt x="1382" y="3906"/>
                      <a:pt x="1334" y="3847"/>
                    </a:cubicBezTo>
                    <a:cubicBezTo>
                      <a:pt x="1263" y="3728"/>
                      <a:pt x="1203" y="3585"/>
                      <a:pt x="1180" y="3454"/>
                    </a:cubicBezTo>
                    <a:cubicBezTo>
                      <a:pt x="1156" y="3394"/>
                      <a:pt x="1096" y="3335"/>
                      <a:pt x="1037" y="3311"/>
                    </a:cubicBezTo>
                    <a:lnTo>
                      <a:pt x="418" y="3192"/>
                    </a:lnTo>
                    <a:cubicBezTo>
                      <a:pt x="382" y="3192"/>
                      <a:pt x="358" y="3168"/>
                      <a:pt x="358" y="3120"/>
                    </a:cubicBezTo>
                    <a:lnTo>
                      <a:pt x="358" y="2775"/>
                    </a:lnTo>
                    <a:cubicBezTo>
                      <a:pt x="358" y="2751"/>
                      <a:pt x="382" y="2727"/>
                      <a:pt x="418" y="2704"/>
                    </a:cubicBezTo>
                    <a:lnTo>
                      <a:pt x="465" y="2692"/>
                    </a:lnTo>
                    <a:cubicBezTo>
                      <a:pt x="560" y="2680"/>
                      <a:pt x="620" y="2573"/>
                      <a:pt x="596" y="2477"/>
                    </a:cubicBezTo>
                    <a:cubicBezTo>
                      <a:pt x="586" y="2396"/>
                      <a:pt x="507" y="2341"/>
                      <a:pt x="425" y="2341"/>
                    </a:cubicBezTo>
                    <a:cubicBezTo>
                      <a:pt x="411" y="2341"/>
                      <a:pt x="396" y="2343"/>
                      <a:pt x="382" y="2346"/>
                    </a:cubicBezTo>
                    <a:lnTo>
                      <a:pt x="346" y="2370"/>
                    </a:lnTo>
                    <a:cubicBezTo>
                      <a:pt x="144" y="2406"/>
                      <a:pt x="1" y="2585"/>
                      <a:pt x="1" y="2775"/>
                    </a:cubicBezTo>
                    <a:lnTo>
                      <a:pt x="1" y="3120"/>
                    </a:lnTo>
                    <a:cubicBezTo>
                      <a:pt x="1" y="3335"/>
                      <a:pt x="144" y="3513"/>
                      <a:pt x="346" y="3537"/>
                    </a:cubicBezTo>
                    <a:lnTo>
                      <a:pt x="858" y="3644"/>
                    </a:lnTo>
                    <a:cubicBezTo>
                      <a:pt x="894" y="3728"/>
                      <a:pt x="941" y="3835"/>
                      <a:pt x="977" y="3906"/>
                    </a:cubicBezTo>
                    <a:lnTo>
                      <a:pt x="680" y="4359"/>
                    </a:lnTo>
                    <a:cubicBezTo>
                      <a:pt x="560" y="4525"/>
                      <a:pt x="596" y="4763"/>
                      <a:pt x="739" y="4894"/>
                    </a:cubicBezTo>
                    <a:lnTo>
                      <a:pt x="977" y="5132"/>
                    </a:lnTo>
                    <a:cubicBezTo>
                      <a:pt x="1067" y="5216"/>
                      <a:pt x="1182" y="5259"/>
                      <a:pt x="1292" y="5259"/>
                    </a:cubicBezTo>
                    <a:cubicBezTo>
                      <a:pt x="1371" y="5259"/>
                      <a:pt x="1448" y="5237"/>
                      <a:pt x="1513" y="5192"/>
                    </a:cubicBezTo>
                    <a:lnTo>
                      <a:pt x="1965" y="4894"/>
                    </a:lnTo>
                    <a:cubicBezTo>
                      <a:pt x="2049" y="4942"/>
                      <a:pt x="2144" y="4978"/>
                      <a:pt x="2227" y="5013"/>
                    </a:cubicBezTo>
                    <a:lnTo>
                      <a:pt x="2335" y="5537"/>
                    </a:lnTo>
                    <a:cubicBezTo>
                      <a:pt x="2382" y="5728"/>
                      <a:pt x="2561" y="5871"/>
                      <a:pt x="2751" y="5871"/>
                    </a:cubicBezTo>
                    <a:lnTo>
                      <a:pt x="3097" y="5871"/>
                    </a:lnTo>
                    <a:cubicBezTo>
                      <a:pt x="3299" y="5871"/>
                      <a:pt x="3478" y="5728"/>
                      <a:pt x="3513" y="5537"/>
                    </a:cubicBezTo>
                    <a:lnTo>
                      <a:pt x="3620" y="5013"/>
                    </a:lnTo>
                    <a:cubicBezTo>
                      <a:pt x="3704" y="4978"/>
                      <a:pt x="3811" y="4942"/>
                      <a:pt x="3882" y="4894"/>
                    </a:cubicBezTo>
                    <a:lnTo>
                      <a:pt x="4323" y="5192"/>
                    </a:lnTo>
                    <a:cubicBezTo>
                      <a:pt x="4391" y="5241"/>
                      <a:pt x="4472" y="5264"/>
                      <a:pt x="4552" y="5264"/>
                    </a:cubicBezTo>
                    <a:cubicBezTo>
                      <a:pt x="4667" y="5264"/>
                      <a:pt x="4781" y="5217"/>
                      <a:pt x="4859" y="5132"/>
                    </a:cubicBezTo>
                    <a:lnTo>
                      <a:pt x="5097" y="4894"/>
                    </a:lnTo>
                    <a:cubicBezTo>
                      <a:pt x="5252" y="4740"/>
                      <a:pt x="5263" y="4525"/>
                      <a:pt x="5156" y="4359"/>
                    </a:cubicBezTo>
                    <a:lnTo>
                      <a:pt x="4859" y="3906"/>
                    </a:lnTo>
                    <a:cubicBezTo>
                      <a:pt x="4906" y="3823"/>
                      <a:pt x="4954" y="3728"/>
                      <a:pt x="4978" y="3644"/>
                    </a:cubicBezTo>
                    <a:lnTo>
                      <a:pt x="5502" y="3537"/>
                    </a:lnTo>
                    <a:cubicBezTo>
                      <a:pt x="5692" y="3489"/>
                      <a:pt x="5847" y="3311"/>
                      <a:pt x="5847" y="3120"/>
                    </a:cubicBezTo>
                    <a:lnTo>
                      <a:pt x="5847" y="2775"/>
                    </a:lnTo>
                    <a:cubicBezTo>
                      <a:pt x="5847" y="2549"/>
                      <a:pt x="5716" y="2382"/>
                      <a:pt x="5502" y="2334"/>
                    </a:cubicBezTo>
                    <a:lnTo>
                      <a:pt x="4990" y="2227"/>
                    </a:lnTo>
                    <a:cubicBezTo>
                      <a:pt x="4954" y="2144"/>
                      <a:pt x="4906" y="2037"/>
                      <a:pt x="4871" y="1965"/>
                    </a:cubicBezTo>
                    <a:lnTo>
                      <a:pt x="5168" y="1513"/>
                    </a:lnTo>
                    <a:cubicBezTo>
                      <a:pt x="5287" y="1346"/>
                      <a:pt x="5252" y="1108"/>
                      <a:pt x="5109" y="977"/>
                    </a:cubicBezTo>
                    <a:lnTo>
                      <a:pt x="4871" y="739"/>
                    </a:lnTo>
                    <a:cubicBezTo>
                      <a:pt x="4780" y="656"/>
                      <a:pt x="4666" y="613"/>
                      <a:pt x="4555" y="613"/>
                    </a:cubicBezTo>
                    <a:cubicBezTo>
                      <a:pt x="4476" y="613"/>
                      <a:pt x="4399" y="635"/>
                      <a:pt x="4335" y="680"/>
                    </a:cubicBezTo>
                    <a:lnTo>
                      <a:pt x="3882" y="977"/>
                    </a:lnTo>
                    <a:cubicBezTo>
                      <a:pt x="3799" y="941"/>
                      <a:pt x="3704" y="894"/>
                      <a:pt x="3620" y="858"/>
                    </a:cubicBezTo>
                    <a:lnTo>
                      <a:pt x="3513" y="346"/>
                    </a:lnTo>
                    <a:cubicBezTo>
                      <a:pt x="3466" y="144"/>
                      <a:pt x="3287" y="1"/>
                      <a:pt x="30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42"/>
              <p:cNvSpPr/>
              <p:nvPr/>
            </p:nvSpPr>
            <p:spPr>
              <a:xfrm>
                <a:off x="6305888" y="3129884"/>
                <a:ext cx="64488" cy="64456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2025" extrusionOk="0">
                    <a:moveTo>
                      <a:pt x="1013" y="1"/>
                    </a:moveTo>
                    <a:cubicBezTo>
                      <a:pt x="453" y="1"/>
                      <a:pt x="1" y="441"/>
                      <a:pt x="1" y="1013"/>
                    </a:cubicBezTo>
                    <a:cubicBezTo>
                      <a:pt x="1" y="1561"/>
                      <a:pt x="442" y="2025"/>
                      <a:pt x="1013" y="2025"/>
                    </a:cubicBezTo>
                    <a:cubicBezTo>
                      <a:pt x="1227" y="2025"/>
                      <a:pt x="1442" y="1942"/>
                      <a:pt x="1620" y="1811"/>
                    </a:cubicBezTo>
                    <a:cubicBezTo>
                      <a:pt x="1692" y="1751"/>
                      <a:pt x="1704" y="1632"/>
                      <a:pt x="1644" y="1561"/>
                    </a:cubicBezTo>
                    <a:cubicBezTo>
                      <a:pt x="1608" y="1517"/>
                      <a:pt x="1549" y="1491"/>
                      <a:pt x="1493" y="1491"/>
                    </a:cubicBezTo>
                    <a:cubicBezTo>
                      <a:pt x="1457" y="1491"/>
                      <a:pt x="1422" y="1502"/>
                      <a:pt x="1394" y="1525"/>
                    </a:cubicBezTo>
                    <a:cubicBezTo>
                      <a:pt x="1275" y="1620"/>
                      <a:pt x="1144" y="1668"/>
                      <a:pt x="989" y="1668"/>
                    </a:cubicBezTo>
                    <a:cubicBezTo>
                      <a:pt x="632" y="1668"/>
                      <a:pt x="358" y="1370"/>
                      <a:pt x="358" y="1025"/>
                    </a:cubicBezTo>
                    <a:cubicBezTo>
                      <a:pt x="382" y="668"/>
                      <a:pt x="668" y="370"/>
                      <a:pt x="1025" y="370"/>
                    </a:cubicBezTo>
                    <a:cubicBezTo>
                      <a:pt x="1382" y="370"/>
                      <a:pt x="1668" y="668"/>
                      <a:pt x="1668" y="1013"/>
                    </a:cubicBezTo>
                    <a:cubicBezTo>
                      <a:pt x="1668" y="1120"/>
                      <a:pt x="1739" y="1191"/>
                      <a:pt x="1846" y="1191"/>
                    </a:cubicBezTo>
                    <a:cubicBezTo>
                      <a:pt x="1942" y="1191"/>
                      <a:pt x="2025" y="1120"/>
                      <a:pt x="2025" y="1013"/>
                    </a:cubicBezTo>
                    <a:cubicBezTo>
                      <a:pt x="2025" y="453"/>
                      <a:pt x="1573" y="1"/>
                      <a:pt x="10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42"/>
              <p:cNvSpPr/>
              <p:nvPr/>
            </p:nvSpPr>
            <p:spPr>
              <a:xfrm>
                <a:off x="6173634" y="2997631"/>
                <a:ext cx="70153" cy="70153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2204" extrusionOk="0">
                    <a:moveTo>
                      <a:pt x="1096" y="370"/>
                    </a:moveTo>
                    <a:cubicBezTo>
                      <a:pt x="1501" y="370"/>
                      <a:pt x="1834" y="703"/>
                      <a:pt x="1834" y="1108"/>
                    </a:cubicBezTo>
                    <a:cubicBezTo>
                      <a:pt x="1834" y="1501"/>
                      <a:pt x="1501" y="1834"/>
                      <a:pt x="1096" y="1834"/>
                    </a:cubicBezTo>
                    <a:cubicBezTo>
                      <a:pt x="691" y="1834"/>
                      <a:pt x="370" y="1501"/>
                      <a:pt x="370" y="1108"/>
                    </a:cubicBezTo>
                    <a:cubicBezTo>
                      <a:pt x="370" y="703"/>
                      <a:pt x="703" y="370"/>
                      <a:pt x="1096" y="370"/>
                    </a:cubicBezTo>
                    <a:close/>
                    <a:moveTo>
                      <a:pt x="1096" y="1"/>
                    </a:moveTo>
                    <a:cubicBezTo>
                      <a:pt x="489" y="1"/>
                      <a:pt x="1" y="489"/>
                      <a:pt x="1" y="1108"/>
                    </a:cubicBezTo>
                    <a:cubicBezTo>
                      <a:pt x="1" y="1715"/>
                      <a:pt x="489" y="2203"/>
                      <a:pt x="1096" y="2203"/>
                    </a:cubicBezTo>
                    <a:cubicBezTo>
                      <a:pt x="1715" y="2191"/>
                      <a:pt x="2203" y="1703"/>
                      <a:pt x="2203" y="1108"/>
                    </a:cubicBezTo>
                    <a:cubicBezTo>
                      <a:pt x="2203" y="489"/>
                      <a:pt x="1715" y="1"/>
                      <a:pt x="10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B075688-0CF8-467E-A980-B0576E02C2F2}"/>
              </a:ext>
            </a:extLst>
          </p:cNvPr>
          <p:cNvGrpSpPr/>
          <p:nvPr/>
        </p:nvGrpSpPr>
        <p:grpSpPr>
          <a:xfrm>
            <a:off x="4444999" y="423859"/>
            <a:ext cx="867300" cy="825000"/>
            <a:chOff x="4444561" y="102502"/>
            <a:chExt cx="867300" cy="825000"/>
          </a:xfrm>
        </p:grpSpPr>
        <p:sp>
          <p:nvSpPr>
            <p:cNvPr id="3681" name="Google Shape;3681;p42"/>
            <p:cNvSpPr/>
            <p:nvPr/>
          </p:nvSpPr>
          <p:spPr>
            <a:xfrm>
              <a:off x="4444561" y="102502"/>
              <a:ext cx="867300" cy="825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0" name="Google Shape;3690;p42"/>
            <p:cNvGrpSpPr/>
            <p:nvPr/>
          </p:nvGrpSpPr>
          <p:grpSpPr>
            <a:xfrm>
              <a:off x="4689038" y="347088"/>
              <a:ext cx="379220" cy="335402"/>
              <a:chOff x="6099375" y="2456075"/>
              <a:chExt cx="337684" cy="314194"/>
            </a:xfrm>
          </p:grpSpPr>
          <p:sp>
            <p:nvSpPr>
              <p:cNvPr id="3691" name="Google Shape;3691;p42"/>
              <p:cNvSpPr/>
              <p:nvPr/>
            </p:nvSpPr>
            <p:spPr>
              <a:xfrm>
                <a:off x="6099375" y="2456075"/>
                <a:ext cx="337684" cy="314194"/>
              </a:xfrm>
              <a:custGeom>
                <a:avLst/>
                <a:gdLst/>
                <a:ahLst/>
                <a:cxnLst/>
                <a:rect l="l" t="t" r="r" b="b"/>
                <a:pathLst>
                  <a:path w="10609" h="9871" extrusionOk="0">
                    <a:moveTo>
                      <a:pt x="322" y="5025"/>
                    </a:moveTo>
                    <a:cubicBezTo>
                      <a:pt x="536" y="5227"/>
                      <a:pt x="857" y="5418"/>
                      <a:pt x="1274" y="5585"/>
                    </a:cubicBezTo>
                    <a:cubicBezTo>
                      <a:pt x="2048" y="5882"/>
                      <a:pt x="3060" y="6049"/>
                      <a:pt x="4143" y="6049"/>
                    </a:cubicBezTo>
                    <a:lnTo>
                      <a:pt x="4417" y="6049"/>
                    </a:lnTo>
                    <a:cubicBezTo>
                      <a:pt x="4429" y="6061"/>
                      <a:pt x="4465" y="6073"/>
                      <a:pt x="4477" y="6097"/>
                    </a:cubicBezTo>
                    <a:lnTo>
                      <a:pt x="4905" y="6347"/>
                    </a:lnTo>
                    <a:cubicBezTo>
                      <a:pt x="4894" y="6466"/>
                      <a:pt x="4882" y="6585"/>
                      <a:pt x="4882" y="6692"/>
                    </a:cubicBezTo>
                    <a:cubicBezTo>
                      <a:pt x="4882" y="6811"/>
                      <a:pt x="4894" y="6930"/>
                      <a:pt x="4905" y="7025"/>
                    </a:cubicBezTo>
                    <a:lnTo>
                      <a:pt x="4477" y="7287"/>
                    </a:lnTo>
                    <a:cubicBezTo>
                      <a:pt x="4405" y="7323"/>
                      <a:pt x="4358" y="7382"/>
                      <a:pt x="4346" y="7466"/>
                    </a:cubicBezTo>
                    <a:cubicBezTo>
                      <a:pt x="4322" y="7537"/>
                      <a:pt x="4322" y="7609"/>
                      <a:pt x="4370" y="7680"/>
                    </a:cubicBezTo>
                    <a:lnTo>
                      <a:pt x="4608" y="8085"/>
                    </a:lnTo>
                    <a:cubicBezTo>
                      <a:pt x="4564" y="8081"/>
                      <a:pt x="4517" y="8080"/>
                      <a:pt x="4467" y="8080"/>
                    </a:cubicBezTo>
                    <a:cubicBezTo>
                      <a:pt x="4368" y="8080"/>
                      <a:pt x="4263" y="8085"/>
                      <a:pt x="4167" y="8085"/>
                    </a:cubicBezTo>
                    <a:cubicBezTo>
                      <a:pt x="3120" y="8085"/>
                      <a:pt x="2143" y="7942"/>
                      <a:pt x="1393" y="7656"/>
                    </a:cubicBezTo>
                    <a:cubicBezTo>
                      <a:pt x="714" y="7406"/>
                      <a:pt x="322" y="7061"/>
                      <a:pt x="322" y="6728"/>
                    </a:cubicBezTo>
                    <a:lnTo>
                      <a:pt x="322" y="5025"/>
                    </a:lnTo>
                    <a:close/>
                    <a:moveTo>
                      <a:pt x="4132" y="1"/>
                    </a:moveTo>
                    <a:cubicBezTo>
                      <a:pt x="3048" y="1"/>
                      <a:pt x="2036" y="167"/>
                      <a:pt x="1262" y="465"/>
                    </a:cubicBezTo>
                    <a:cubicBezTo>
                      <a:pt x="441" y="774"/>
                      <a:pt x="0" y="1215"/>
                      <a:pt x="0" y="1691"/>
                    </a:cubicBezTo>
                    <a:lnTo>
                      <a:pt x="0" y="6751"/>
                    </a:lnTo>
                    <a:cubicBezTo>
                      <a:pt x="0" y="7228"/>
                      <a:pt x="441" y="7656"/>
                      <a:pt x="1262" y="7966"/>
                    </a:cubicBezTo>
                    <a:cubicBezTo>
                      <a:pt x="2036" y="8264"/>
                      <a:pt x="3048" y="8430"/>
                      <a:pt x="4132" y="8430"/>
                    </a:cubicBezTo>
                    <a:cubicBezTo>
                      <a:pt x="4346" y="8430"/>
                      <a:pt x="4548" y="8430"/>
                      <a:pt x="4763" y="8418"/>
                    </a:cubicBezTo>
                    <a:lnTo>
                      <a:pt x="5025" y="8871"/>
                    </a:lnTo>
                    <a:cubicBezTo>
                      <a:pt x="5072" y="8954"/>
                      <a:pt x="5132" y="8990"/>
                      <a:pt x="5203" y="9014"/>
                    </a:cubicBezTo>
                    <a:cubicBezTo>
                      <a:pt x="5227" y="9018"/>
                      <a:pt x="5252" y="9020"/>
                      <a:pt x="5278" y="9020"/>
                    </a:cubicBezTo>
                    <a:cubicBezTo>
                      <a:pt x="5329" y="9020"/>
                      <a:pt x="5382" y="9010"/>
                      <a:pt x="5429" y="8978"/>
                    </a:cubicBezTo>
                    <a:lnTo>
                      <a:pt x="5858" y="8728"/>
                    </a:lnTo>
                    <a:cubicBezTo>
                      <a:pt x="6037" y="8871"/>
                      <a:pt x="6251" y="8990"/>
                      <a:pt x="6465" y="9085"/>
                    </a:cubicBezTo>
                    <a:lnTo>
                      <a:pt x="6465" y="9573"/>
                    </a:lnTo>
                    <a:cubicBezTo>
                      <a:pt x="6465" y="9740"/>
                      <a:pt x="6608" y="9871"/>
                      <a:pt x="6763" y="9871"/>
                    </a:cubicBezTo>
                    <a:lnTo>
                      <a:pt x="8108" y="9871"/>
                    </a:lnTo>
                    <a:cubicBezTo>
                      <a:pt x="8275" y="9871"/>
                      <a:pt x="8406" y="9740"/>
                      <a:pt x="8406" y="9573"/>
                    </a:cubicBezTo>
                    <a:lnTo>
                      <a:pt x="8406" y="9085"/>
                    </a:lnTo>
                    <a:cubicBezTo>
                      <a:pt x="8632" y="8990"/>
                      <a:pt x="8823" y="8871"/>
                      <a:pt x="9013" y="8728"/>
                    </a:cubicBezTo>
                    <a:lnTo>
                      <a:pt x="9442" y="8978"/>
                    </a:lnTo>
                    <a:cubicBezTo>
                      <a:pt x="9497" y="9010"/>
                      <a:pt x="9548" y="9020"/>
                      <a:pt x="9596" y="9020"/>
                    </a:cubicBezTo>
                    <a:cubicBezTo>
                      <a:pt x="9620" y="9020"/>
                      <a:pt x="9644" y="9018"/>
                      <a:pt x="9668" y="9014"/>
                    </a:cubicBezTo>
                    <a:cubicBezTo>
                      <a:pt x="9739" y="8990"/>
                      <a:pt x="9799" y="8930"/>
                      <a:pt x="9847" y="8871"/>
                    </a:cubicBezTo>
                    <a:lnTo>
                      <a:pt x="10513" y="7716"/>
                    </a:lnTo>
                    <a:cubicBezTo>
                      <a:pt x="10561" y="7597"/>
                      <a:pt x="10561" y="7525"/>
                      <a:pt x="10549" y="7442"/>
                    </a:cubicBezTo>
                    <a:cubicBezTo>
                      <a:pt x="10537" y="7371"/>
                      <a:pt x="10478" y="7311"/>
                      <a:pt x="10406" y="7263"/>
                    </a:cubicBezTo>
                    <a:lnTo>
                      <a:pt x="9978" y="7013"/>
                    </a:lnTo>
                    <a:cubicBezTo>
                      <a:pt x="9989" y="6894"/>
                      <a:pt x="10013" y="6775"/>
                      <a:pt x="10013" y="6668"/>
                    </a:cubicBezTo>
                    <a:cubicBezTo>
                      <a:pt x="10013" y="6549"/>
                      <a:pt x="10001" y="6430"/>
                      <a:pt x="9978" y="6335"/>
                    </a:cubicBezTo>
                    <a:lnTo>
                      <a:pt x="10406" y="6073"/>
                    </a:lnTo>
                    <a:cubicBezTo>
                      <a:pt x="10549" y="6001"/>
                      <a:pt x="10609" y="5823"/>
                      <a:pt x="10513" y="5680"/>
                    </a:cubicBezTo>
                    <a:lnTo>
                      <a:pt x="10311" y="5323"/>
                    </a:lnTo>
                    <a:cubicBezTo>
                      <a:pt x="10280" y="5268"/>
                      <a:pt x="10228" y="5239"/>
                      <a:pt x="10176" y="5239"/>
                    </a:cubicBezTo>
                    <a:cubicBezTo>
                      <a:pt x="10148" y="5239"/>
                      <a:pt x="10121" y="5247"/>
                      <a:pt x="10097" y="5263"/>
                    </a:cubicBezTo>
                    <a:cubicBezTo>
                      <a:pt x="10025" y="5299"/>
                      <a:pt x="9989" y="5394"/>
                      <a:pt x="10037" y="5466"/>
                    </a:cubicBezTo>
                    <a:lnTo>
                      <a:pt x="10228" y="5811"/>
                    </a:lnTo>
                    <a:lnTo>
                      <a:pt x="9727" y="6108"/>
                    </a:lnTo>
                    <a:cubicBezTo>
                      <a:pt x="9668" y="6132"/>
                      <a:pt x="9632" y="6216"/>
                      <a:pt x="9656" y="6275"/>
                    </a:cubicBezTo>
                    <a:cubicBezTo>
                      <a:pt x="9680" y="6406"/>
                      <a:pt x="9680" y="6537"/>
                      <a:pt x="9680" y="6668"/>
                    </a:cubicBezTo>
                    <a:cubicBezTo>
                      <a:pt x="9680" y="6811"/>
                      <a:pt x="9668" y="6942"/>
                      <a:pt x="9656" y="7073"/>
                    </a:cubicBezTo>
                    <a:cubicBezTo>
                      <a:pt x="9632" y="7132"/>
                      <a:pt x="9668" y="7204"/>
                      <a:pt x="9727" y="7240"/>
                    </a:cubicBezTo>
                    <a:lnTo>
                      <a:pt x="10228" y="7537"/>
                    </a:lnTo>
                    <a:lnTo>
                      <a:pt x="9573" y="8668"/>
                    </a:lnTo>
                    <a:lnTo>
                      <a:pt x="9073" y="8371"/>
                    </a:lnTo>
                    <a:cubicBezTo>
                      <a:pt x="9045" y="8354"/>
                      <a:pt x="9015" y="8345"/>
                      <a:pt x="8986" y="8345"/>
                    </a:cubicBezTo>
                    <a:cubicBezTo>
                      <a:pt x="8952" y="8345"/>
                      <a:pt x="8920" y="8357"/>
                      <a:pt x="8894" y="8383"/>
                    </a:cubicBezTo>
                    <a:cubicBezTo>
                      <a:pt x="8680" y="8561"/>
                      <a:pt x="8442" y="8692"/>
                      <a:pt x="8192" y="8787"/>
                    </a:cubicBezTo>
                    <a:cubicBezTo>
                      <a:pt x="8132" y="8799"/>
                      <a:pt x="8084" y="8859"/>
                      <a:pt x="8084" y="8930"/>
                    </a:cubicBezTo>
                    <a:lnTo>
                      <a:pt x="8084" y="9514"/>
                    </a:lnTo>
                    <a:lnTo>
                      <a:pt x="6775" y="9514"/>
                    </a:lnTo>
                    <a:lnTo>
                      <a:pt x="6775" y="8930"/>
                    </a:lnTo>
                    <a:cubicBezTo>
                      <a:pt x="6775" y="8871"/>
                      <a:pt x="6739" y="8811"/>
                      <a:pt x="6679" y="8787"/>
                    </a:cubicBezTo>
                    <a:cubicBezTo>
                      <a:pt x="6418" y="8692"/>
                      <a:pt x="6179" y="8561"/>
                      <a:pt x="5977" y="8383"/>
                    </a:cubicBezTo>
                    <a:cubicBezTo>
                      <a:pt x="5951" y="8357"/>
                      <a:pt x="5919" y="8345"/>
                      <a:pt x="5885" y="8345"/>
                    </a:cubicBezTo>
                    <a:cubicBezTo>
                      <a:pt x="5856" y="8345"/>
                      <a:pt x="5826" y="8354"/>
                      <a:pt x="5798" y="8371"/>
                    </a:cubicBezTo>
                    <a:lnTo>
                      <a:pt x="5286" y="8668"/>
                    </a:lnTo>
                    <a:lnTo>
                      <a:pt x="4632" y="7537"/>
                    </a:lnTo>
                    <a:lnTo>
                      <a:pt x="5144" y="7240"/>
                    </a:lnTo>
                    <a:cubicBezTo>
                      <a:pt x="5203" y="7204"/>
                      <a:pt x="5227" y="7132"/>
                      <a:pt x="5215" y="7073"/>
                    </a:cubicBezTo>
                    <a:cubicBezTo>
                      <a:pt x="5191" y="6942"/>
                      <a:pt x="5191" y="6811"/>
                      <a:pt x="5191" y="6668"/>
                    </a:cubicBezTo>
                    <a:cubicBezTo>
                      <a:pt x="5191" y="6537"/>
                      <a:pt x="5203" y="6406"/>
                      <a:pt x="5215" y="6275"/>
                    </a:cubicBezTo>
                    <a:cubicBezTo>
                      <a:pt x="5227" y="6216"/>
                      <a:pt x="5203" y="6132"/>
                      <a:pt x="5144" y="6108"/>
                    </a:cubicBezTo>
                    <a:lnTo>
                      <a:pt x="4632" y="5811"/>
                    </a:lnTo>
                    <a:lnTo>
                      <a:pt x="5286" y="4680"/>
                    </a:lnTo>
                    <a:lnTo>
                      <a:pt x="5798" y="4977"/>
                    </a:lnTo>
                    <a:cubicBezTo>
                      <a:pt x="5825" y="4988"/>
                      <a:pt x="5854" y="4994"/>
                      <a:pt x="5883" y="4994"/>
                    </a:cubicBezTo>
                    <a:cubicBezTo>
                      <a:pt x="5917" y="4994"/>
                      <a:pt x="5951" y="4985"/>
                      <a:pt x="5977" y="4965"/>
                    </a:cubicBezTo>
                    <a:cubicBezTo>
                      <a:pt x="6179" y="4787"/>
                      <a:pt x="6418" y="4644"/>
                      <a:pt x="6679" y="4561"/>
                    </a:cubicBezTo>
                    <a:cubicBezTo>
                      <a:pt x="6739" y="4549"/>
                      <a:pt x="6775" y="4489"/>
                      <a:pt x="6775" y="4406"/>
                    </a:cubicBezTo>
                    <a:lnTo>
                      <a:pt x="6775" y="3834"/>
                    </a:lnTo>
                    <a:lnTo>
                      <a:pt x="8084" y="3834"/>
                    </a:lnTo>
                    <a:lnTo>
                      <a:pt x="8084" y="4406"/>
                    </a:lnTo>
                    <a:cubicBezTo>
                      <a:pt x="8084" y="4465"/>
                      <a:pt x="8132" y="4525"/>
                      <a:pt x="8192" y="4561"/>
                    </a:cubicBezTo>
                    <a:cubicBezTo>
                      <a:pt x="8442" y="4644"/>
                      <a:pt x="8680" y="4787"/>
                      <a:pt x="8894" y="4965"/>
                    </a:cubicBezTo>
                    <a:cubicBezTo>
                      <a:pt x="8920" y="4985"/>
                      <a:pt x="8954" y="4994"/>
                      <a:pt x="8988" y="4994"/>
                    </a:cubicBezTo>
                    <a:cubicBezTo>
                      <a:pt x="9017" y="4994"/>
                      <a:pt x="9046" y="4988"/>
                      <a:pt x="9073" y="4977"/>
                    </a:cubicBezTo>
                    <a:lnTo>
                      <a:pt x="9573" y="4680"/>
                    </a:lnTo>
                    <a:lnTo>
                      <a:pt x="9716" y="4906"/>
                    </a:lnTo>
                    <a:cubicBezTo>
                      <a:pt x="9740" y="4955"/>
                      <a:pt x="9793" y="4982"/>
                      <a:pt x="9847" y="4982"/>
                    </a:cubicBezTo>
                    <a:cubicBezTo>
                      <a:pt x="9871" y="4982"/>
                      <a:pt x="9896" y="4977"/>
                      <a:pt x="9918" y="4965"/>
                    </a:cubicBezTo>
                    <a:cubicBezTo>
                      <a:pt x="9989" y="4918"/>
                      <a:pt x="10025" y="4823"/>
                      <a:pt x="9978" y="4751"/>
                    </a:cubicBezTo>
                    <a:lnTo>
                      <a:pt x="9847" y="4513"/>
                    </a:lnTo>
                    <a:cubicBezTo>
                      <a:pt x="9798" y="4424"/>
                      <a:pt x="9699" y="4367"/>
                      <a:pt x="9592" y="4367"/>
                    </a:cubicBezTo>
                    <a:cubicBezTo>
                      <a:pt x="9542" y="4367"/>
                      <a:pt x="9491" y="4379"/>
                      <a:pt x="9442" y="4406"/>
                    </a:cubicBezTo>
                    <a:lnTo>
                      <a:pt x="9013" y="4668"/>
                    </a:lnTo>
                    <a:cubicBezTo>
                      <a:pt x="8835" y="4513"/>
                      <a:pt x="8620" y="4394"/>
                      <a:pt x="8406" y="4311"/>
                    </a:cubicBezTo>
                    <a:lnTo>
                      <a:pt x="8406" y="3811"/>
                    </a:lnTo>
                    <a:cubicBezTo>
                      <a:pt x="8406" y="3727"/>
                      <a:pt x="8358" y="3632"/>
                      <a:pt x="8299" y="3596"/>
                    </a:cubicBezTo>
                    <a:lnTo>
                      <a:pt x="8299" y="1656"/>
                    </a:lnTo>
                    <a:cubicBezTo>
                      <a:pt x="8299" y="1060"/>
                      <a:pt x="7596" y="536"/>
                      <a:pt x="6394" y="239"/>
                    </a:cubicBezTo>
                    <a:cubicBezTo>
                      <a:pt x="6384" y="237"/>
                      <a:pt x="6375" y="237"/>
                      <a:pt x="6365" y="237"/>
                    </a:cubicBezTo>
                    <a:cubicBezTo>
                      <a:pt x="6284" y="237"/>
                      <a:pt x="6225" y="283"/>
                      <a:pt x="6203" y="358"/>
                    </a:cubicBezTo>
                    <a:cubicBezTo>
                      <a:pt x="6179" y="453"/>
                      <a:pt x="6227" y="524"/>
                      <a:pt x="6322" y="560"/>
                    </a:cubicBezTo>
                    <a:cubicBezTo>
                      <a:pt x="7346" y="810"/>
                      <a:pt x="7989" y="1239"/>
                      <a:pt x="7989" y="1667"/>
                    </a:cubicBezTo>
                    <a:cubicBezTo>
                      <a:pt x="7989" y="2001"/>
                      <a:pt x="7596" y="2346"/>
                      <a:pt x="6918" y="2596"/>
                    </a:cubicBezTo>
                    <a:cubicBezTo>
                      <a:pt x="6179" y="2882"/>
                      <a:pt x="5203" y="3025"/>
                      <a:pt x="4143" y="3025"/>
                    </a:cubicBezTo>
                    <a:cubicBezTo>
                      <a:pt x="3703" y="3025"/>
                      <a:pt x="3262" y="3001"/>
                      <a:pt x="2846" y="2941"/>
                    </a:cubicBezTo>
                    <a:cubicBezTo>
                      <a:pt x="2833" y="2938"/>
                      <a:pt x="2821" y="2936"/>
                      <a:pt x="2809" y="2936"/>
                    </a:cubicBezTo>
                    <a:cubicBezTo>
                      <a:pt x="2742" y="2936"/>
                      <a:pt x="2687" y="2991"/>
                      <a:pt x="2667" y="3072"/>
                    </a:cubicBezTo>
                    <a:cubicBezTo>
                      <a:pt x="2655" y="3156"/>
                      <a:pt x="2715" y="3239"/>
                      <a:pt x="2810" y="3251"/>
                    </a:cubicBezTo>
                    <a:cubicBezTo>
                      <a:pt x="3239" y="3311"/>
                      <a:pt x="3679" y="3334"/>
                      <a:pt x="4143" y="3334"/>
                    </a:cubicBezTo>
                    <a:cubicBezTo>
                      <a:pt x="5227" y="3334"/>
                      <a:pt x="6239" y="3168"/>
                      <a:pt x="7013" y="2870"/>
                    </a:cubicBezTo>
                    <a:cubicBezTo>
                      <a:pt x="7430" y="2715"/>
                      <a:pt x="7763" y="2525"/>
                      <a:pt x="7965" y="2310"/>
                    </a:cubicBezTo>
                    <a:lnTo>
                      <a:pt x="7965" y="3525"/>
                    </a:lnTo>
                    <a:lnTo>
                      <a:pt x="6751" y="3525"/>
                    </a:lnTo>
                    <a:cubicBezTo>
                      <a:pt x="6584" y="3525"/>
                      <a:pt x="6453" y="3668"/>
                      <a:pt x="6453" y="3822"/>
                    </a:cubicBezTo>
                    <a:lnTo>
                      <a:pt x="6453" y="4323"/>
                    </a:lnTo>
                    <a:cubicBezTo>
                      <a:pt x="6227" y="4406"/>
                      <a:pt x="6037" y="4525"/>
                      <a:pt x="5846" y="4680"/>
                    </a:cubicBezTo>
                    <a:lnTo>
                      <a:pt x="5406" y="4418"/>
                    </a:lnTo>
                    <a:cubicBezTo>
                      <a:pt x="5360" y="4395"/>
                      <a:pt x="5315" y="4387"/>
                      <a:pt x="5270" y="4387"/>
                    </a:cubicBezTo>
                    <a:cubicBezTo>
                      <a:pt x="5243" y="4387"/>
                      <a:pt x="5217" y="4390"/>
                      <a:pt x="5191" y="4394"/>
                    </a:cubicBezTo>
                    <a:cubicBezTo>
                      <a:pt x="5108" y="4406"/>
                      <a:pt x="5048" y="4465"/>
                      <a:pt x="5013" y="4525"/>
                    </a:cubicBezTo>
                    <a:lnTo>
                      <a:pt x="4334" y="5692"/>
                    </a:lnTo>
                    <a:cubicBezTo>
                      <a:pt x="4322" y="5704"/>
                      <a:pt x="4322" y="5716"/>
                      <a:pt x="4322" y="5727"/>
                    </a:cubicBezTo>
                    <a:lnTo>
                      <a:pt x="4132" y="5727"/>
                    </a:lnTo>
                    <a:cubicBezTo>
                      <a:pt x="3084" y="5727"/>
                      <a:pt x="2107" y="5585"/>
                      <a:pt x="1357" y="5299"/>
                    </a:cubicBezTo>
                    <a:cubicBezTo>
                      <a:pt x="679" y="5049"/>
                      <a:pt x="286" y="4704"/>
                      <a:pt x="286" y="4382"/>
                    </a:cubicBezTo>
                    <a:lnTo>
                      <a:pt x="286" y="2322"/>
                    </a:lnTo>
                    <a:cubicBezTo>
                      <a:pt x="643" y="2668"/>
                      <a:pt x="1274" y="2965"/>
                      <a:pt x="2131" y="3144"/>
                    </a:cubicBezTo>
                    <a:lnTo>
                      <a:pt x="2167" y="3144"/>
                    </a:lnTo>
                    <a:cubicBezTo>
                      <a:pt x="2238" y="3144"/>
                      <a:pt x="2298" y="3096"/>
                      <a:pt x="2322" y="3025"/>
                    </a:cubicBezTo>
                    <a:cubicBezTo>
                      <a:pt x="2334" y="2930"/>
                      <a:pt x="2286" y="2858"/>
                      <a:pt x="2203" y="2846"/>
                    </a:cubicBezTo>
                    <a:cubicBezTo>
                      <a:pt x="1036" y="2596"/>
                      <a:pt x="298" y="2132"/>
                      <a:pt x="298" y="1667"/>
                    </a:cubicBezTo>
                    <a:cubicBezTo>
                      <a:pt x="298" y="1346"/>
                      <a:pt x="679" y="1001"/>
                      <a:pt x="1369" y="751"/>
                    </a:cubicBezTo>
                    <a:cubicBezTo>
                      <a:pt x="2096" y="465"/>
                      <a:pt x="3072" y="322"/>
                      <a:pt x="4132" y="322"/>
                    </a:cubicBezTo>
                    <a:cubicBezTo>
                      <a:pt x="4667" y="322"/>
                      <a:pt x="5191" y="358"/>
                      <a:pt x="5679" y="441"/>
                    </a:cubicBezTo>
                    <a:cubicBezTo>
                      <a:pt x="5687" y="442"/>
                      <a:pt x="5695" y="443"/>
                      <a:pt x="5703" y="443"/>
                    </a:cubicBezTo>
                    <a:cubicBezTo>
                      <a:pt x="5786" y="443"/>
                      <a:pt x="5847" y="385"/>
                      <a:pt x="5858" y="298"/>
                    </a:cubicBezTo>
                    <a:cubicBezTo>
                      <a:pt x="5870" y="215"/>
                      <a:pt x="5810" y="143"/>
                      <a:pt x="5727" y="120"/>
                    </a:cubicBezTo>
                    <a:cubicBezTo>
                      <a:pt x="5215" y="36"/>
                      <a:pt x="4679" y="1"/>
                      <a:pt x="4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42"/>
              <p:cNvSpPr/>
              <p:nvPr/>
            </p:nvSpPr>
            <p:spPr>
              <a:xfrm>
                <a:off x="6306652" y="2638748"/>
                <a:ext cx="59904" cy="59522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1870" extrusionOk="0">
                    <a:moveTo>
                      <a:pt x="941" y="310"/>
                    </a:moveTo>
                    <a:cubicBezTo>
                      <a:pt x="1287" y="310"/>
                      <a:pt x="1561" y="596"/>
                      <a:pt x="1561" y="929"/>
                    </a:cubicBezTo>
                    <a:cubicBezTo>
                      <a:pt x="1561" y="1274"/>
                      <a:pt x="1287" y="1560"/>
                      <a:pt x="941" y="1560"/>
                    </a:cubicBezTo>
                    <a:cubicBezTo>
                      <a:pt x="596" y="1560"/>
                      <a:pt x="310" y="1274"/>
                      <a:pt x="310" y="929"/>
                    </a:cubicBezTo>
                    <a:cubicBezTo>
                      <a:pt x="310" y="596"/>
                      <a:pt x="596" y="310"/>
                      <a:pt x="941" y="310"/>
                    </a:cubicBezTo>
                    <a:close/>
                    <a:moveTo>
                      <a:pt x="941" y="0"/>
                    </a:moveTo>
                    <a:cubicBezTo>
                      <a:pt x="418" y="0"/>
                      <a:pt x="1" y="417"/>
                      <a:pt x="1" y="929"/>
                    </a:cubicBezTo>
                    <a:cubicBezTo>
                      <a:pt x="1" y="1453"/>
                      <a:pt x="418" y="1870"/>
                      <a:pt x="941" y="1870"/>
                    </a:cubicBezTo>
                    <a:cubicBezTo>
                      <a:pt x="1465" y="1870"/>
                      <a:pt x="1882" y="1453"/>
                      <a:pt x="1882" y="929"/>
                    </a:cubicBezTo>
                    <a:cubicBezTo>
                      <a:pt x="1882" y="417"/>
                      <a:pt x="1465" y="0"/>
                      <a:pt x="9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8F5609A-A9BA-4711-84DA-12302C28285B}"/>
              </a:ext>
            </a:extLst>
          </p:cNvPr>
          <p:cNvGrpSpPr/>
          <p:nvPr/>
        </p:nvGrpSpPr>
        <p:grpSpPr>
          <a:xfrm>
            <a:off x="1406723" y="682490"/>
            <a:ext cx="867300" cy="825000"/>
            <a:chOff x="1394150" y="849177"/>
            <a:chExt cx="867300" cy="825000"/>
          </a:xfrm>
        </p:grpSpPr>
        <p:sp>
          <p:nvSpPr>
            <p:cNvPr id="3680" name="Google Shape;3680;p42"/>
            <p:cNvSpPr/>
            <p:nvPr/>
          </p:nvSpPr>
          <p:spPr>
            <a:xfrm>
              <a:off x="1394150" y="849177"/>
              <a:ext cx="867300" cy="825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3" name="Google Shape;3693;p42"/>
            <p:cNvGrpSpPr/>
            <p:nvPr/>
          </p:nvGrpSpPr>
          <p:grpSpPr>
            <a:xfrm>
              <a:off x="1638193" y="1081266"/>
              <a:ext cx="379180" cy="360448"/>
              <a:chOff x="1819576" y="1511679"/>
              <a:chExt cx="352103" cy="352103"/>
            </a:xfrm>
          </p:grpSpPr>
          <p:sp>
            <p:nvSpPr>
              <p:cNvPr id="3694" name="Google Shape;3694;p42"/>
              <p:cNvSpPr/>
              <p:nvPr/>
            </p:nvSpPr>
            <p:spPr>
              <a:xfrm>
                <a:off x="1819576" y="1511679"/>
                <a:ext cx="352103" cy="352103"/>
              </a:xfrm>
              <a:custGeom>
                <a:avLst/>
                <a:gdLst/>
                <a:ahLst/>
                <a:cxnLst/>
                <a:rect l="l" t="t" r="r" b="b"/>
                <a:pathLst>
                  <a:path w="11062" h="11062" extrusionOk="0">
                    <a:moveTo>
                      <a:pt x="6216" y="310"/>
                    </a:moveTo>
                    <a:cubicBezTo>
                      <a:pt x="6216" y="310"/>
                      <a:pt x="6240" y="310"/>
                      <a:pt x="6240" y="322"/>
                    </a:cubicBezTo>
                    <a:lnTo>
                      <a:pt x="6240" y="786"/>
                    </a:lnTo>
                    <a:cubicBezTo>
                      <a:pt x="6240" y="953"/>
                      <a:pt x="6335" y="1084"/>
                      <a:pt x="6502" y="1108"/>
                    </a:cubicBezTo>
                    <a:cubicBezTo>
                      <a:pt x="7025" y="1227"/>
                      <a:pt x="7514" y="1429"/>
                      <a:pt x="7966" y="1727"/>
                    </a:cubicBezTo>
                    <a:cubicBezTo>
                      <a:pt x="8022" y="1762"/>
                      <a:pt x="8086" y="1780"/>
                      <a:pt x="8150" y="1780"/>
                    </a:cubicBezTo>
                    <a:cubicBezTo>
                      <a:pt x="8236" y="1780"/>
                      <a:pt x="8321" y="1747"/>
                      <a:pt x="8383" y="1679"/>
                    </a:cubicBezTo>
                    <a:lnTo>
                      <a:pt x="8704" y="1346"/>
                    </a:lnTo>
                    <a:lnTo>
                      <a:pt x="8716" y="1346"/>
                    </a:lnTo>
                    <a:lnTo>
                      <a:pt x="9704" y="2334"/>
                    </a:lnTo>
                    <a:lnTo>
                      <a:pt x="9704" y="2346"/>
                    </a:lnTo>
                    <a:lnTo>
                      <a:pt x="9371" y="2679"/>
                    </a:lnTo>
                    <a:cubicBezTo>
                      <a:pt x="9252" y="2798"/>
                      <a:pt x="9240" y="2953"/>
                      <a:pt x="9335" y="3096"/>
                    </a:cubicBezTo>
                    <a:cubicBezTo>
                      <a:pt x="9609" y="3536"/>
                      <a:pt x="9823" y="4025"/>
                      <a:pt x="9943" y="4548"/>
                    </a:cubicBezTo>
                    <a:cubicBezTo>
                      <a:pt x="9966" y="4703"/>
                      <a:pt x="10109" y="4822"/>
                      <a:pt x="10264" y="4822"/>
                    </a:cubicBezTo>
                    <a:lnTo>
                      <a:pt x="10728" y="4822"/>
                    </a:lnTo>
                    <a:cubicBezTo>
                      <a:pt x="10728" y="4822"/>
                      <a:pt x="10752" y="4822"/>
                      <a:pt x="10752" y="4834"/>
                    </a:cubicBezTo>
                    <a:lnTo>
                      <a:pt x="10728" y="6239"/>
                    </a:lnTo>
                    <a:lnTo>
                      <a:pt x="10264" y="6239"/>
                    </a:lnTo>
                    <a:cubicBezTo>
                      <a:pt x="10109" y="6239"/>
                      <a:pt x="9966" y="6334"/>
                      <a:pt x="9943" y="6501"/>
                    </a:cubicBezTo>
                    <a:cubicBezTo>
                      <a:pt x="9823" y="7025"/>
                      <a:pt x="9633" y="7513"/>
                      <a:pt x="9335" y="7966"/>
                    </a:cubicBezTo>
                    <a:cubicBezTo>
                      <a:pt x="9240" y="8097"/>
                      <a:pt x="9252" y="8275"/>
                      <a:pt x="9371" y="8382"/>
                    </a:cubicBezTo>
                    <a:lnTo>
                      <a:pt x="9704" y="8704"/>
                    </a:lnTo>
                    <a:lnTo>
                      <a:pt x="9704" y="8716"/>
                    </a:lnTo>
                    <a:lnTo>
                      <a:pt x="8716" y="9704"/>
                    </a:lnTo>
                    <a:lnTo>
                      <a:pt x="8704" y="9704"/>
                    </a:lnTo>
                    <a:lnTo>
                      <a:pt x="8383" y="9370"/>
                    </a:lnTo>
                    <a:cubicBezTo>
                      <a:pt x="8317" y="9304"/>
                      <a:pt x="8236" y="9271"/>
                      <a:pt x="8155" y="9271"/>
                    </a:cubicBezTo>
                    <a:cubicBezTo>
                      <a:pt x="8090" y="9271"/>
                      <a:pt x="8024" y="9292"/>
                      <a:pt x="7966" y="9335"/>
                    </a:cubicBezTo>
                    <a:cubicBezTo>
                      <a:pt x="7514" y="9609"/>
                      <a:pt x="7025" y="9823"/>
                      <a:pt x="6502" y="9942"/>
                    </a:cubicBezTo>
                    <a:cubicBezTo>
                      <a:pt x="6359" y="9966"/>
                      <a:pt x="6240" y="10109"/>
                      <a:pt x="6240" y="10263"/>
                    </a:cubicBezTo>
                    <a:lnTo>
                      <a:pt x="6240" y="10728"/>
                    </a:lnTo>
                    <a:cubicBezTo>
                      <a:pt x="6240" y="10728"/>
                      <a:pt x="6240" y="10740"/>
                      <a:pt x="6216" y="10740"/>
                    </a:cubicBezTo>
                    <a:lnTo>
                      <a:pt x="4835" y="10740"/>
                    </a:lnTo>
                    <a:cubicBezTo>
                      <a:pt x="4835" y="10740"/>
                      <a:pt x="4823" y="10740"/>
                      <a:pt x="4823" y="10728"/>
                    </a:cubicBezTo>
                    <a:lnTo>
                      <a:pt x="4823" y="10263"/>
                    </a:lnTo>
                    <a:cubicBezTo>
                      <a:pt x="4823" y="10109"/>
                      <a:pt x="4716" y="9966"/>
                      <a:pt x="4549" y="9942"/>
                    </a:cubicBezTo>
                    <a:cubicBezTo>
                      <a:pt x="4037" y="9823"/>
                      <a:pt x="3537" y="9632"/>
                      <a:pt x="3096" y="9335"/>
                    </a:cubicBezTo>
                    <a:cubicBezTo>
                      <a:pt x="3037" y="9299"/>
                      <a:pt x="2977" y="9275"/>
                      <a:pt x="2918" y="9275"/>
                    </a:cubicBezTo>
                    <a:cubicBezTo>
                      <a:pt x="2823" y="9275"/>
                      <a:pt x="2751" y="9299"/>
                      <a:pt x="2680" y="9370"/>
                    </a:cubicBezTo>
                    <a:lnTo>
                      <a:pt x="2346" y="9704"/>
                    </a:lnTo>
                    <a:lnTo>
                      <a:pt x="2334" y="9704"/>
                    </a:lnTo>
                    <a:lnTo>
                      <a:pt x="1358" y="8716"/>
                    </a:lnTo>
                    <a:lnTo>
                      <a:pt x="1358" y="8704"/>
                    </a:lnTo>
                    <a:lnTo>
                      <a:pt x="1680" y="8382"/>
                    </a:lnTo>
                    <a:cubicBezTo>
                      <a:pt x="1799" y="8263"/>
                      <a:pt x="1811" y="8097"/>
                      <a:pt x="1727" y="7966"/>
                    </a:cubicBezTo>
                    <a:cubicBezTo>
                      <a:pt x="1441" y="7513"/>
                      <a:pt x="1239" y="7025"/>
                      <a:pt x="1120" y="6501"/>
                    </a:cubicBezTo>
                    <a:cubicBezTo>
                      <a:pt x="1084" y="6358"/>
                      <a:pt x="953" y="6239"/>
                      <a:pt x="787" y="6239"/>
                    </a:cubicBezTo>
                    <a:lnTo>
                      <a:pt x="322" y="6239"/>
                    </a:lnTo>
                    <a:cubicBezTo>
                      <a:pt x="322" y="6239"/>
                      <a:pt x="310" y="6239"/>
                      <a:pt x="310" y="6215"/>
                    </a:cubicBezTo>
                    <a:lnTo>
                      <a:pt x="310" y="4834"/>
                    </a:lnTo>
                    <a:cubicBezTo>
                      <a:pt x="310" y="4834"/>
                      <a:pt x="310" y="4822"/>
                      <a:pt x="322" y="4822"/>
                    </a:cubicBezTo>
                    <a:lnTo>
                      <a:pt x="787" y="4822"/>
                    </a:lnTo>
                    <a:cubicBezTo>
                      <a:pt x="953" y="4822"/>
                      <a:pt x="1084" y="4715"/>
                      <a:pt x="1120" y="4548"/>
                    </a:cubicBezTo>
                    <a:cubicBezTo>
                      <a:pt x="1239" y="4025"/>
                      <a:pt x="1430" y="3536"/>
                      <a:pt x="1727" y="3096"/>
                    </a:cubicBezTo>
                    <a:cubicBezTo>
                      <a:pt x="1811" y="2953"/>
                      <a:pt x="1799" y="2774"/>
                      <a:pt x="1680" y="2679"/>
                    </a:cubicBezTo>
                    <a:lnTo>
                      <a:pt x="1358" y="2346"/>
                    </a:lnTo>
                    <a:lnTo>
                      <a:pt x="1358" y="2334"/>
                    </a:lnTo>
                    <a:lnTo>
                      <a:pt x="2334" y="1346"/>
                    </a:lnTo>
                    <a:lnTo>
                      <a:pt x="2346" y="1346"/>
                    </a:lnTo>
                    <a:lnTo>
                      <a:pt x="2680" y="1679"/>
                    </a:lnTo>
                    <a:cubicBezTo>
                      <a:pt x="2748" y="1747"/>
                      <a:pt x="2832" y="1780"/>
                      <a:pt x="2916" y="1780"/>
                    </a:cubicBezTo>
                    <a:cubicBezTo>
                      <a:pt x="2978" y="1780"/>
                      <a:pt x="3041" y="1762"/>
                      <a:pt x="3096" y="1727"/>
                    </a:cubicBezTo>
                    <a:cubicBezTo>
                      <a:pt x="3537" y="1441"/>
                      <a:pt x="4037" y="1227"/>
                      <a:pt x="4549" y="1108"/>
                    </a:cubicBezTo>
                    <a:cubicBezTo>
                      <a:pt x="4704" y="1084"/>
                      <a:pt x="4823" y="953"/>
                      <a:pt x="4823" y="786"/>
                    </a:cubicBezTo>
                    <a:lnTo>
                      <a:pt x="4823" y="322"/>
                    </a:lnTo>
                    <a:cubicBezTo>
                      <a:pt x="4823" y="322"/>
                      <a:pt x="4823" y="310"/>
                      <a:pt x="4835" y="310"/>
                    </a:cubicBezTo>
                    <a:close/>
                    <a:moveTo>
                      <a:pt x="4835" y="0"/>
                    </a:moveTo>
                    <a:cubicBezTo>
                      <a:pt x="4656" y="0"/>
                      <a:pt x="4513" y="143"/>
                      <a:pt x="4513" y="322"/>
                    </a:cubicBezTo>
                    <a:lnTo>
                      <a:pt x="4513" y="786"/>
                    </a:lnTo>
                    <a:cubicBezTo>
                      <a:pt x="4513" y="786"/>
                      <a:pt x="4513" y="798"/>
                      <a:pt x="4489" y="798"/>
                    </a:cubicBezTo>
                    <a:cubicBezTo>
                      <a:pt x="3930" y="917"/>
                      <a:pt x="3406" y="1143"/>
                      <a:pt x="2930" y="1453"/>
                    </a:cubicBezTo>
                    <a:lnTo>
                      <a:pt x="2918" y="1453"/>
                    </a:lnTo>
                    <a:lnTo>
                      <a:pt x="2584" y="1131"/>
                    </a:lnTo>
                    <a:cubicBezTo>
                      <a:pt x="2519" y="1066"/>
                      <a:pt x="2436" y="1033"/>
                      <a:pt x="2351" y="1033"/>
                    </a:cubicBezTo>
                    <a:cubicBezTo>
                      <a:pt x="2266" y="1033"/>
                      <a:pt x="2180" y="1066"/>
                      <a:pt x="2108" y="1131"/>
                    </a:cubicBezTo>
                    <a:lnTo>
                      <a:pt x="1132" y="2108"/>
                    </a:lnTo>
                    <a:cubicBezTo>
                      <a:pt x="1001" y="2251"/>
                      <a:pt x="1001" y="2453"/>
                      <a:pt x="1132" y="2584"/>
                    </a:cubicBezTo>
                    <a:lnTo>
                      <a:pt x="1453" y="2917"/>
                    </a:lnTo>
                    <a:lnTo>
                      <a:pt x="1453" y="2929"/>
                    </a:lnTo>
                    <a:cubicBezTo>
                      <a:pt x="1144" y="3405"/>
                      <a:pt x="941" y="3941"/>
                      <a:pt x="799" y="4489"/>
                    </a:cubicBezTo>
                    <a:cubicBezTo>
                      <a:pt x="799" y="4489"/>
                      <a:pt x="799" y="4513"/>
                      <a:pt x="787" y="4513"/>
                    </a:cubicBezTo>
                    <a:lnTo>
                      <a:pt x="322" y="4513"/>
                    </a:lnTo>
                    <a:cubicBezTo>
                      <a:pt x="144" y="4513"/>
                      <a:pt x="1" y="4656"/>
                      <a:pt x="1" y="4834"/>
                    </a:cubicBezTo>
                    <a:lnTo>
                      <a:pt x="1" y="6215"/>
                    </a:lnTo>
                    <a:cubicBezTo>
                      <a:pt x="1" y="6394"/>
                      <a:pt x="144" y="6549"/>
                      <a:pt x="322" y="6549"/>
                    </a:cubicBezTo>
                    <a:lnTo>
                      <a:pt x="787" y="6549"/>
                    </a:lnTo>
                    <a:cubicBezTo>
                      <a:pt x="787" y="6549"/>
                      <a:pt x="799" y="6549"/>
                      <a:pt x="799" y="6561"/>
                    </a:cubicBezTo>
                    <a:cubicBezTo>
                      <a:pt x="918" y="7132"/>
                      <a:pt x="1144" y="7644"/>
                      <a:pt x="1453" y="8120"/>
                    </a:cubicBezTo>
                    <a:lnTo>
                      <a:pt x="1453" y="8144"/>
                    </a:lnTo>
                    <a:lnTo>
                      <a:pt x="1132" y="8466"/>
                    </a:lnTo>
                    <a:cubicBezTo>
                      <a:pt x="1001" y="8597"/>
                      <a:pt x="1001" y="8811"/>
                      <a:pt x="1132" y="8942"/>
                    </a:cubicBezTo>
                    <a:lnTo>
                      <a:pt x="2108" y="9930"/>
                    </a:lnTo>
                    <a:cubicBezTo>
                      <a:pt x="2180" y="9996"/>
                      <a:pt x="2266" y="10028"/>
                      <a:pt x="2351" y="10028"/>
                    </a:cubicBezTo>
                    <a:cubicBezTo>
                      <a:pt x="2436" y="10028"/>
                      <a:pt x="2519" y="9996"/>
                      <a:pt x="2584" y="9930"/>
                    </a:cubicBezTo>
                    <a:lnTo>
                      <a:pt x="2918" y="9597"/>
                    </a:lnTo>
                    <a:lnTo>
                      <a:pt x="2930" y="9597"/>
                    </a:lnTo>
                    <a:cubicBezTo>
                      <a:pt x="3406" y="9906"/>
                      <a:pt x="3942" y="10121"/>
                      <a:pt x="4489" y="10252"/>
                    </a:cubicBezTo>
                    <a:cubicBezTo>
                      <a:pt x="4489" y="10252"/>
                      <a:pt x="4513" y="10252"/>
                      <a:pt x="4513" y="10263"/>
                    </a:cubicBezTo>
                    <a:lnTo>
                      <a:pt x="4513" y="10728"/>
                    </a:lnTo>
                    <a:cubicBezTo>
                      <a:pt x="4513" y="10906"/>
                      <a:pt x="4656" y="11061"/>
                      <a:pt x="4835" y="11061"/>
                    </a:cubicBezTo>
                    <a:lnTo>
                      <a:pt x="6216" y="11061"/>
                    </a:lnTo>
                    <a:cubicBezTo>
                      <a:pt x="6394" y="11061"/>
                      <a:pt x="6549" y="10906"/>
                      <a:pt x="6549" y="10728"/>
                    </a:cubicBezTo>
                    <a:lnTo>
                      <a:pt x="6549" y="10263"/>
                    </a:lnTo>
                    <a:cubicBezTo>
                      <a:pt x="6549" y="10263"/>
                      <a:pt x="6549" y="10252"/>
                      <a:pt x="6561" y="10252"/>
                    </a:cubicBezTo>
                    <a:cubicBezTo>
                      <a:pt x="7133" y="10132"/>
                      <a:pt x="7645" y="9906"/>
                      <a:pt x="8121" y="9597"/>
                    </a:cubicBezTo>
                    <a:lnTo>
                      <a:pt x="8145" y="9597"/>
                    </a:lnTo>
                    <a:lnTo>
                      <a:pt x="8466" y="9930"/>
                    </a:lnTo>
                    <a:cubicBezTo>
                      <a:pt x="8532" y="9996"/>
                      <a:pt x="8618" y="10028"/>
                      <a:pt x="8704" y="10028"/>
                    </a:cubicBezTo>
                    <a:cubicBezTo>
                      <a:pt x="8791" y="10028"/>
                      <a:pt x="8877" y="9996"/>
                      <a:pt x="8942" y="9930"/>
                    </a:cubicBezTo>
                    <a:lnTo>
                      <a:pt x="9931" y="8942"/>
                    </a:lnTo>
                    <a:cubicBezTo>
                      <a:pt x="10062" y="8811"/>
                      <a:pt x="10062" y="8597"/>
                      <a:pt x="9931" y="8466"/>
                    </a:cubicBezTo>
                    <a:lnTo>
                      <a:pt x="9597" y="8144"/>
                    </a:lnTo>
                    <a:lnTo>
                      <a:pt x="9597" y="8120"/>
                    </a:lnTo>
                    <a:cubicBezTo>
                      <a:pt x="9919" y="7644"/>
                      <a:pt x="10121" y="7108"/>
                      <a:pt x="10252" y="6561"/>
                    </a:cubicBezTo>
                    <a:cubicBezTo>
                      <a:pt x="10252" y="6561"/>
                      <a:pt x="10252" y="6549"/>
                      <a:pt x="10264" y="6549"/>
                    </a:cubicBezTo>
                    <a:lnTo>
                      <a:pt x="10728" y="6549"/>
                    </a:lnTo>
                    <a:cubicBezTo>
                      <a:pt x="10907" y="6549"/>
                      <a:pt x="11062" y="6394"/>
                      <a:pt x="11062" y="6215"/>
                    </a:cubicBezTo>
                    <a:lnTo>
                      <a:pt x="11062" y="4834"/>
                    </a:lnTo>
                    <a:cubicBezTo>
                      <a:pt x="11062" y="4656"/>
                      <a:pt x="10907" y="4513"/>
                      <a:pt x="10728" y="4513"/>
                    </a:cubicBezTo>
                    <a:lnTo>
                      <a:pt x="10264" y="4513"/>
                    </a:lnTo>
                    <a:cubicBezTo>
                      <a:pt x="10264" y="4513"/>
                      <a:pt x="10252" y="4513"/>
                      <a:pt x="10252" y="4489"/>
                    </a:cubicBezTo>
                    <a:cubicBezTo>
                      <a:pt x="10133" y="3929"/>
                      <a:pt x="9907" y="3405"/>
                      <a:pt x="9597" y="2929"/>
                    </a:cubicBezTo>
                    <a:lnTo>
                      <a:pt x="9597" y="2917"/>
                    </a:lnTo>
                    <a:lnTo>
                      <a:pt x="9931" y="2584"/>
                    </a:lnTo>
                    <a:cubicBezTo>
                      <a:pt x="10062" y="2453"/>
                      <a:pt x="10062" y="2239"/>
                      <a:pt x="9931" y="2108"/>
                    </a:cubicBezTo>
                    <a:lnTo>
                      <a:pt x="8942" y="1131"/>
                    </a:lnTo>
                    <a:cubicBezTo>
                      <a:pt x="8877" y="1066"/>
                      <a:pt x="8791" y="1033"/>
                      <a:pt x="8704" y="1033"/>
                    </a:cubicBezTo>
                    <a:cubicBezTo>
                      <a:pt x="8618" y="1033"/>
                      <a:pt x="8532" y="1066"/>
                      <a:pt x="8466" y="1131"/>
                    </a:cubicBezTo>
                    <a:lnTo>
                      <a:pt x="8145" y="1453"/>
                    </a:lnTo>
                    <a:lnTo>
                      <a:pt x="8121" y="1453"/>
                    </a:lnTo>
                    <a:cubicBezTo>
                      <a:pt x="7645" y="1143"/>
                      <a:pt x="7109" y="941"/>
                      <a:pt x="6561" y="798"/>
                    </a:cubicBezTo>
                    <a:cubicBezTo>
                      <a:pt x="6561" y="798"/>
                      <a:pt x="6549" y="798"/>
                      <a:pt x="6549" y="786"/>
                    </a:cubicBezTo>
                    <a:lnTo>
                      <a:pt x="6549" y="322"/>
                    </a:lnTo>
                    <a:cubicBezTo>
                      <a:pt x="6549" y="143"/>
                      <a:pt x="6394" y="0"/>
                      <a:pt x="6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42"/>
              <p:cNvSpPr/>
              <p:nvPr/>
            </p:nvSpPr>
            <p:spPr>
              <a:xfrm>
                <a:off x="1885146" y="1578204"/>
                <a:ext cx="182322" cy="180603"/>
              </a:xfrm>
              <a:custGeom>
                <a:avLst/>
                <a:gdLst/>
                <a:ahLst/>
                <a:cxnLst/>
                <a:rect l="l" t="t" r="r" b="b"/>
                <a:pathLst>
                  <a:path w="5728" h="5674" extrusionOk="0">
                    <a:moveTo>
                      <a:pt x="3502" y="0"/>
                    </a:moveTo>
                    <a:cubicBezTo>
                      <a:pt x="3438" y="0"/>
                      <a:pt x="3374" y="2"/>
                      <a:pt x="3311" y="6"/>
                    </a:cubicBezTo>
                    <a:cubicBezTo>
                      <a:pt x="2453" y="53"/>
                      <a:pt x="1644" y="411"/>
                      <a:pt x="1048" y="1018"/>
                    </a:cubicBezTo>
                    <a:cubicBezTo>
                      <a:pt x="441" y="1625"/>
                      <a:pt x="84" y="2435"/>
                      <a:pt x="36" y="3280"/>
                    </a:cubicBezTo>
                    <a:cubicBezTo>
                      <a:pt x="1" y="4125"/>
                      <a:pt x="263" y="4959"/>
                      <a:pt x="798" y="5614"/>
                    </a:cubicBezTo>
                    <a:cubicBezTo>
                      <a:pt x="834" y="5661"/>
                      <a:pt x="870" y="5673"/>
                      <a:pt x="917" y="5673"/>
                    </a:cubicBezTo>
                    <a:cubicBezTo>
                      <a:pt x="953" y="5673"/>
                      <a:pt x="989" y="5661"/>
                      <a:pt x="1025" y="5649"/>
                    </a:cubicBezTo>
                    <a:cubicBezTo>
                      <a:pt x="1096" y="5590"/>
                      <a:pt x="1096" y="5483"/>
                      <a:pt x="1048" y="5423"/>
                    </a:cubicBezTo>
                    <a:cubicBezTo>
                      <a:pt x="572" y="4828"/>
                      <a:pt x="322" y="4066"/>
                      <a:pt x="370" y="3304"/>
                    </a:cubicBezTo>
                    <a:cubicBezTo>
                      <a:pt x="417" y="2530"/>
                      <a:pt x="727" y="1804"/>
                      <a:pt x="1275" y="1256"/>
                    </a:cubicBezTo>
                    <a:cubicBezTo>
                      <a:pt x="1822" y="708"/>
                      <a:pt x="2560" y="375"/>
                      <a:pt x="3334" y="351"/>
                    </a:cubicBezTo>
                    <a:cubicBezTo>
                      <a:pt x="3397" y="347"/>
                      <a:pt x="3459" y="345"/>
                      <a:pt x="3521" y="345"/>
                    </a:cubicBezTo>
                    <a:cubicBezTo>
                      <a:pt x="4227" y="345"/>
                      <a:pt x="4895" y="592"/>
                      <a:pt x="5442" y="1030"/>
                    </a:cubicBezTo>
                    <a:cubicBezTo>
                      <a:pt x="5473" y="1055"/>
                      <a:pt x="5510" y="1068"/>
                      <a:pt x="5547" y="1068"/>
                    </a:cubicBezTo>
                    <a:cubicBezTo>
                      <a:pt x="5595" y="1068"/>
                      <a:pt x="5641" y="1046"/>
                      <a:pt x="5668" y="1006"/>
                    </a:cubicBezTo>
                    <a:cubicBezTo>
                      <a:pt x="5727" y="911"/>
                      <a:pt x="5716" y="815"/>
                      <a:pt x="5656" y="768"/>
                    </a:cubicBezTo>
                    <a:cubicBezTo>
                      <a:pt x="5050" y="272"/>
                      <a:pt x="4291" y="0"/>
                      <a:pt x="35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42"/>
              <p:cNvSpPr/>
              <p:nvPr/>
            </p:nvSpPr>
            <p:spPr>
              <a:xfrm>
                <a:off x="1923820" y="1610193"/>
                <a:ext cx="183054" cy="186874"/>
              </a:xfrm>
              <a:custGeom>
                <a:avLst/>
                <a:gdLst/>
                <a:ahLst/>
                <a:cxnLst/>
                <a:rect l="l" t="t" r="r" b="b"/>
                <a:pathLst>
                  <a:path w="5751" h="5871" extrusionOk="0">
                    <a:moveTo>
                      <a:pt x="3310" y="358"/>
                    </a:moveTo>
                    <a:lnTo>
                      <a:pt x="3310" y="1025"/>
                    </a:lnTo>
                    <a:cubicBezTo>
                      <a:pt x="3310" y="1132"/>
                      <a:pt x="3274" y="1251"/>
                      <a:pt x="3227" y="1334"/>
                    </a:cubicBezTo>
                    <a:lnTo>
                      <a:pt x="3155" y="1501"/>
                    </a:lnTo>
                    <a:cubicBezTo>
                      <a:pt x="3143" y="1525"/>
                      <a:pt x="3143" y="1549"/>
                      <a:pt x="3143" y="1573"/>
                    </a:cubicBezTo>
                    <a:lnTo>
                      <a:pt x="3143" y="1918"/>
                    </a:lnTo>
                    <a:cubicBezTo>
                      <a:pt x="3143" y="2156"/>
                      <a:pt x="3048" y="2382"/>
                      <a:pt x="2869" y="2549"/>
                    </a:cubicBezTo>
                    <a:cubicBezTo>
                      <a:pt x="2691" y="2704"/>
                      <a:pt x="2477" y="2799"/>
                      <a:pt x="2226" y="2799"/>
                    </a:cubicBezTo>
                    <a:cubicBezTo>
                      <a:pt x="1774" y="2787"/>
                      <a:pt x="1381" y="2370"/>
                      <a:pt x="1381" y="1870"/>
                    </a:cubicBezTo>
                    <a:lnTo>
                      <a:pt x="1381" y="1573"/>
                    </a:lnTo>
                    <a:cubicBezTo>
                      <a:pt x="1381" y="1549"/>
                      <a:pt x="1381" y="1525"/>
                      <a:pt x="1369" y="1501"/>
                    </a:cubicBezTo>
                    <a:lnTo>
                      <a:pt x="1262" y="1311"/>
                    </a:lnTo>
                    <a:cubicBezTo>
                      <a:pt x="1238" y="1227"/>
                      <a:pt x="1203" y="1156"/>
                      <a:pt x="1203" y="1072"/>
                    </a:cubicBezTo>
                    <a:lnTo>
                      <a:pt x="1203" y="1049"/>
                    </a:lnTo>
                    <a:cubicBezTo>
                      <a:pt x="1203" y="668"/>
                      <a:pt x="1524" y="358"/>
                      <a:pt x="1905" y="358"/>
                    </a:cubicBezTo>
                    <a:close/>
                    <a:moveTo>
                      <a:pt x="1905" y="3049"/>
                    </a:moveTo>
                    <a:cubicBezTo>
                      <a:pt x="2012" y="3085"/>
                      <a:pt x="2119" y="3108"/>
                      <a:pt x="2238" y="3108"/>
                    </a:cubicBezTo>
                    <a:lnTo>
                      <a:pt x="2274" y="3108"/>
                    </a:lnTo>
                    <a:cubicBezTo>
                      <a:pt x="2393" y="3108"/>
                      <a:pt x="2512" y="3097"/>
                      <a:pt x="2631" y="3049"/>
                    </a:cubicBezTo>
                    <a:lnTo>
                      <a:pt x="2631" y="3049"/>
                    </a:lnTo>
                    <a:cubicBezTo>
                      <a:pt x="2619" y="3108"/>
                      <a:pt x="2631" y="3156"/>
                      <a:pt x="2655" y="3204"/>
                    </a:cubicBezTo>
                    <a:lnTo>
                      <a:pt x="2512" y="3335"/>
                    </a:lnTo>
                    <a:cubicBezTo>
                      <a:pt x="2441" y="3406"/>
                      <a:pt x="2357" y="3442"/>
                      <a:pt x="2262" y="3442"/>
                    </a:cubicBezTo>
                    <a:cubicBezTo>
                      <a:pt x="2179" y="3442"/>
                      <a:pt x="2084" y="3406"/>
                      <a:pt x="2012" y="3335"/>
                    </a:cubicBezTo>
                    <a:lnTo>
                      <a:pt x="1881" y="3204"/>
                    </a:lnTo>
                    <a:cubicBezTo>
                      <a:pt x="1893" y="3156"/>
                      <a:pt x="1905" y="3108"/>
                      <a:pt x="1905" y="3049"/>
                    </a:cubicBezTo>
                    <a:close/>
                    <a:moveTo>
                      <a:pt x="2810" y="3466"/>
                    </a:moveTo>
                    <a:cubicBezTo>
                      <a:pt x="2858" y="3501"/>
                      <a:pt x="2905" y="3513"/>
                      <a:pt x="2941" y="3525"/>
                    </a:cubicBezTo>
                    <a:lnTo>
                      <a:pt x="3524" y="3692"/>
                    </a:lnTo>
                    <a:cubicBezTo>
                      <a:pt x="3679" y="3739"/>
                      <a:pt x="3774" y="3870"/>
                      <a:pt x="3774" y="4037"/>
                    </a:cubicBezTo>
                    <a:lnTo>
                      <a:pt x="3774" y="5132"/>
                    </a:lnTo>
                    <a:lnTo>
                      <a:pt x="3822" y="5132"/>
                    </a:lnTo>
                    <a:cubicBezTo>
                      <a:pt x="3703" y="5204"/>
                      <a:pt x="3584" y="5263"/>
                      <a:pt x="3453" y="5311"/>
                    </a:cubicBezTo>
                    <a:lnTo>
                      <a:pt x="3453" y="4335"/>
                    </a:lnTo>
                    <a:cubicBezTo>
                      <a:pt x="3453" y="4240"/>
                      <a:pt x="3381" y="4168"/>
                      <a:pt x="3286" y="4168"/>
                    </a:cubicBezTo>
                    <a:cubicBezTo>
                      <a:pt x="3203" y="4168"/>
                      <a:pt x="3119" y="4240"/>
                      <a:pt x="3119" y="4335"/>
                    </a:cubicBezTo>
                    <a:lnTo>
                      <a:pt x="3119" y="5430"/>
                    </a:lnTo>
                    <a:cubicBezTo>
                      <a:pt x="2881" y="5502"/>
                      <a:pt x="2655" y="5537"/>
                      <a:pt x="2405" y="5549"/>
                    </a:cubicBezTo>
                    <a:lnTo>
                      <a:pt x="2262" y="5549"/>
                    </a:lnTo>
                    <a:cubicBezTo>
                      <a:pt x="1965" y="5549"/>
                      <a:pt x="1667" y="5502"/>
                      <a:pt x="1381" y="5430"/>
                    </a:cubicBezTo>
                    <a:lnTo>
                      <a:pt x="1381" y="4335"/>
                    </a:lnTo>
                    <a:cubicBezTo>
                      <a:pt x="1381" y="4240"/>
                      <a:pt x="1310" y="4168"/>
                      <a:pt x="1214" y="4168"/>
                    </a:cubicBezTo>
                    <a:cubicBezTo>
                      <a:pt x="1131" y="4168"/>
                      <a:pt x="1060" y="4240"/>
                      <a:pt x="1060" y="4335"/>
                    </a:cubicBezTo>
                    <a:lnTo>
                      <a:pt x="1060" y="5311"/>
                    </a:lnTo>
                    <a:cubicBezTo>
                      <a:pt x="941" y="5252"/>
                      <a:pt x="798" y="5192"/>
                      <a:pt x="679" y="5132"/>
                    </a:cubicBezTo>
                    <a:lnTo>
                      <a:pt x="679" y="4037"/>
                    </a:lnTo>
                    <a:cubicBezTo>
                      <a:pt x="679" y="3870"/>
                      <a:pt x="786" y="3739"/>
                      <a:pt x="941" y="3692"/>
                    </a:cubicBezTo>
                    <a:lnTo>
                      <a:pt x="1512" y="3525"/>
                    </a:lnTo>
                    <a:cubicBezTo>
                      <a:pt x="1560" y="3513"/>
                      <a:pt x="1619" y="3501"/>
                      <a:pt x="1655" y="3466"/>
                    </a:cubicBezTo>
                    <a:lnTo>
                      <a:pt x="1750" y="3573"/>
                    </a:lnTo>
                    <a:cubicBezTo>
                      <a:pt x="1893" y="3704"/>
                      <a:pt x="2072" y="3763"/>
                      <a:pt x="2226" y="3763"/>
                    </a:cubicBezTo>
                    <a:cubicBezTo>
                      <a:pt x="2405" y="3763"/>
                      <a:pt x="2572" y="3704"/>
                      <a:pt x="2703" y="3573"/>
                    </a:cubicBezTo>
                    <a:lnTo>
                      <a:pt x="2810" y="3466"/>
                    </a:lnTo>
                    <a:close/>
                    <a:moveTo>
                      <a:pt x="1893" y="1"/>
                    </a:moveTo>
                    <a:cubicBezTo>
                      <a:pt x="1322" y="1"/>
                      <a:pt x="869" y="465"/>
                      <a:pt x="869" y="1025"/>
                    </a:cubicBezTo>
                    <a:lnTo>
                      <a:pt x="869" y="1037"/>
                    </a:lnTo>
                    <a:cubicBezTo>
                      <a:pt x="869" y="1168"/>
                      <a:pt x="893" y="1311"/>
                      <a:pt x="953" y="1430"/>
                    </a:cubicBezTo>
                    <a:lnTo>
                      <a:pt x="1048" y="1596"/>
                    </a:lnTo>
                    <a:lnTo>
                      <a:pt x="1048" y="1858"/>
                    </a:lnTo>
                    <a:cubicBezTo>
                      <a:pt x="1048" y="2275"/>
                      <a:pt x="1250" y="2644"/>
                      <a:pt x="1560" y="2882"/>
                    </a:cubicBezTo>
                    <a:lnTo>
                      <a:pt x="1560" y="3037"/>
                    </a:lnTo>
                    <a:cubicBezTo>
                      <a:pt x="1560" y="3108"/>
                      <a:pt x="1500" y="3180"/>
                      <a:pt x="1429" y="3216"/>
                    </a:cubicBezTo>
                    <a:lnTo>
                      <a:pt x="845" y="3382"/>
                    </a:lnTo>
                    <a:cubicBezTo>
                      <a:pt x="548" y="3466"/>
                      <a:pt x="357" y="3739"/>
                      <a:pt x="357" y="4037"/>
                    </a:cubicBezTo>
                    <a:lnTo>
                      <a:pt x="357" y="4906"/>
                    </a:lnTo>
                    <a:cubicBezTo>
                      <a:pt x="333" y="4894"/>
                      <a:pt x="310" y="4859"/>
                      <a:pt x="286" y="4847"/>
                    </a:cubicBezTo>
                    <a:cubicBezTo>
                      <a:pt x="256" y="4822"/>
                      <a:pt x="220" y="4810"/>
                      <a:pt x="185" y="4810"/>
                    </a:cubicBezTo>
                    <a:cubicBezTo>
                      <a:pt x="135" y="4810"/>
                      <a:pt x="87" y="4834"/>
                      <a:pt x="60" y="4882"/>
                    </a:cubicBezTo>
                    <a:cubicBezTo>
                      <a:pt x="0" y="4954"/>
                      <a:pt x="12" y="5061"/>
                      <a:pt x="95" y="5097"/>
                    </a:cubicBezTo>
                    <a:cubicBezTo>
                      <a:pt x="702" y="5597"/>
                      <a:pt x="1476" y="5871"/>
                      <a:pt x="2262" y="5871"/>
                    </a:cubicBezTo>
                    <a:lnTo>
                      <a:pt x="2429" y="5871"/>
                    </a:lnTo>
                    <a:cubicBezTo>
                      <a:pt x="3286" y="5835"/>
                      <a:pt x="4096" y="5478"/>
                      <a:pt x="4691" y="4859"/>
                    </a:cubicBezTo>
                    <a:cubicBezTo>
                      <a:pt x="5298" y="4251"/>
                      <a:pt x="5655" y="3454"/>
                      <a:pt x="5703" y="2596"/>
                    </a:cubicBezTo>
                    <a:cubicBezTo>
                      <a:pt x="5751" y="1751"/>
                      <a:pt x="5477" y="918"/>
                      <a:pt x="4941" y="263"/>
                    </a:cubicBezTo>
                    <a:cubicBezTo>
                      <a:pt x="4908" y="223"/>
                      <a:pt x="4861" y="206"/>
                      <a:pt x="4815" y="206"/>
                    </a:cubicBezTo>
                    <a:cubicBezTo>
                      <a:pt x="4778" y="206"/>
                      <a:pt x="4742" y="218"/>
                      <a:pt x="4715" y="239"/>
                    </a:cubicBezTo>
                    <a:cubicBezTo>
                      <a:pt x="4643" y="299"/>
                      <a:pt x="4643" y="406"/>
                      <a:pt x="4691" y="465"/>
                    </a:cubicBezTo>
                    <a:cubicBezTo>
                      <a:pt x="5167" y="1061"/>
                      <a:pt x="5417" y="1811"/>
                      <a:pt x="5370" y="2573"/>
                    </a:cubicBezTo>
                    <a:cubicBezTo>
                      <a:pt x="5334" y="3347"/>
                      <a:pt x="5013" y="4073"/>
                      <a:pt x="4465" y="4632"/>
                    </a:cubicBezTo>
                    <a:cubicBezTo>
                      <a:pt x="4358" y="4728"/>
                      <a:pt x="4262" y="4823"/>
                      <a:pt x="4155" y="4906"/>
                    </a:cubicBezTo>
                    <a:lnTo>
                      <a:pt x="4155" y="4037"/>
                    </a:lnTo>
                    <a:cubicBezTo>
                      <a:pt x="4155" y="3739"/>
                      <a:pt x="3941" y="3466"/>
                      <a:pt x="3667" y="3382"/>
                    </a:cubicBezTo>
                    <a:lnTo>
                      <a:pt x="3084" y="3216"/>
                    </a:lnTo>
                    <a:cubicBezTo>
                      <a:pt x="3012" y="3180"/>
                      <a:pt x="2953" y="3120"/>
                      <a:pt x="2953" y="3037"/>
                    </a:cubicBezTo>
                    <a:lnTo>
                      <a:pt x="2953" y="2906"/>
                    </a:lnTo>
                    <a:cubicBezTo>
                      <a:pt x="3012" y="2858"/>
                      <a:pt x="3048" y="2823"/>
                      <a:pt x="3096" y="2763"/>
                    </a:cubicBezTo>
                    <a:cubicBezTo>
                      <a:pt x="3334" y="2549"/>
                      <a:pt x="3453" y="2227"/>
                      <a:pt x="3453" y="1906"/>
                    </a:cubicBezTo>
                    <a:lnTo>
                      <a:pt x="3453" y="1596"/>
                    </a:lnTo>
                    <a:lnTo>
                      <a:pt x="3512" y="1453"/>
                    </a:lnTo>
                    <a:cubicBezTo>
                      <a:pt x="3584" y="1311"/>
                      <a:pt x="3620" y="1156"/>
                      <a:pt x="3620" y="1001"/>
                    </a:cubicBezTo>
                    <a:lnTo>
                      <a:pt x="3620" y="168"/>
                    </a:lnTo>
                    <a:cubicBezTo>
                      <a:pt x="3620" y="72"/>
                      <a:pt x="3548" y="1"/>
                      <a:pt x="34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42"/>
              <p:cNvSpPr/>
              <p:nvPr/>
            </p:nvSpPr>
            <p:spPr>
              <a:xfrm>
                <a:off x="1974207" y="1638617"/>
                <a:ext cx="43989" cy="15597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490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22"/>
                      <a:pt x="155" y="322"/>
                    </a:cubicBezTo>
                    <a:cubicBezTo>
                      <a:pt x="334" y="322"/>
                      <a:pt x="870" y="358"/>
                      <a:pt x="1132" y="477"/>
                    </a:cubicBezTo>
                    <a:cubicBezTo>
                      <a:pt x="1155" y="489"/>
                      <a:pt x="1167" y="489"/>
                      <a:pt x="1203" y="489"/>
                    </a:cubicBezTo>
                    <a:cubicBezTo>
                      <a:pt x="1263" y="489"/>
                      <a:pt x="1322" y="465"/>
                      <a:pt x="1346" y="406"/>
                    </a:cubicBezTo>
                    <a:cubicBezTo>
                      <a:pt x="1382" y="322"/>
                      <a:pt x="1346" y="227"/>
                      <a:pt x="1275" y="191"/>
                    </a:cubicBezTo>
                    <a:cubicBezTo>
                      <a:pt x="905" y="1"/>
                      <a:pt x="191" y="1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C4B2125-181D-49A6-844B-54DF1C97993D}"/>
              </a:ext>
            </a:extLst>
          </p:cNvPr>
          <p:cNvGrpSpPr/>
          <p:nvPr/>
        </p:nvGrpSpPr>
        <p:grpSpPr>
          <a:xfrm>
            <a:off x="2705343" y="2937879"/>
            <a:ext cx="867300" cy="825000"/>
            <a:chOff x="2731886" y="2829614"/>
            <a:chExt cx="867300" cy="825000"/>
          </a:xfrm>
        </p:grpSpPr>
        <p:sp>
          <p:nvSpPr>
            <p:cNvPr id="3722" name="Google Shape;3722;p42"/>
            <p:cNvSpPr/>
            <p:nvPr/>
          </p:nvSpPr>
          <p:spPr>
            <a:xfrm>
              <a:off x="2731886" y="2829614"/>
              <a:ext cx="867300" cy="825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3" name="Google Shape;3723;p42"/>
            <p:cNvGrpSpPr/>
            <p:nvPr/>
          </p:nvGrpSpPr>
          <p:grpSpPr>
            <a:xfrm>
              <a:off x="2976363" y="3074201"/>
              <a:ext cx="379220" cy="335402"/>
              <a:chOff x="6099375" y="2456075"/>
              <a:chExt cx="337684" cy="314194"/>
            </a:xfrm>
          </p:grpSpPr>
          <p:sp>
            <p:nvSpPr>
              <p:cNvPr id="3724" name="Google Shape;3724;p42"/>
              <p:cNvSpPr/>
              <p:nvPr/>
            </p:nvSpPr>
            <p:spPr>
              <a:xfrm>
                <a:off x="6099375" y="2456075"/>
                <a:ext cx="337684" cy="314194"/>
              </a:xfrm>
              <a:custGeom>
                <a:avLst/>
                <a:gdLst/>
                <a:ahLst/>
                <a:cxnLst/>
                <a:rect l="l" t="t" r="r" b="b"/>
                <a:pathLst>
                  <a:path w="10609" h="9871" extrusionOk="0">
                    <a:moveTo>
                      <a:pt x="322" y="5025"/>
                    </a:moveTo>
                    <a:cubicBezTo>
                      <a:pt x="536" y="5227"/>
                      <a:pt x="857" y="5418"/>
                      <a:pt x="1274" y="5585"/>
                    </a:cubicBezTo>
                    <a:cubicBezTo>
                      <a:pt x="2048" y="5882"/>
                      <a:pt x="3060" y="6049"/>
                      <a:pt x="4143" y="6049"/>
                    </a:cubicBezTo>
                    <a:lnTo>
                      <a:pt x="4417" y="6049"/>
                    </a:lnTo>
                    <a:cubicBezTo>
                      <a:pt x="4429" y="6061"/>
                      <a:pt x="4465" y="6073"/>
                      <a:pt x="4477" y="6097"/>
                    </a:cubicBezTo>
                    <a:lnTo>
                      <a:pt x="4905" y="6347"/>
                    </a:lnTo>
                    <a:cubicBezTo>
                      <a:pt x="4894" y="6466"/>
                      <a:pt x="4882" y="6585"/>
                      <a:pt x="4882" y="6692"/>
                    </a:cubicBezTo>
                    <a:cubicBezTo>
                      <a:pt x="4882" y="6811"/>
                      <a:pt x="4894" y="6930"/>
                      <a:pt x="4905" y="7025"/>
                    </a:cubicBezTo>
                    <a:lnTo>
                      <a:pt x="4477" y="7287"/>
                    </a:lnTo>
                    <a:cubicBezTo>
                      <a:pt x="4405" y="7323"/>
                      <a:pt x="4358" y="7382"/>
                      <a:pt x="4346" y="7466"/>
                    </a:cubicBezTo>
                    <a:cubicBezTo>
                      <a:pt x="4322" y="7537"/>
                      <a:pt x="4322" y="7609"/>
                      <a:pt x="4370" y="7680"/>
                    </a:cubicBezTo>
                    <a:lnTo>
                      <a:pt x="4608" y="8085"/>
                    </a:lnTo>
                    <a:cubicBezTo>
                      <a:pt x="4564" y="8081"/>
                      <a:pt x="4517" y="8080"/>
                      <a:pt x="4467" y="8080"/>
                    </a:cubicBezTo>
                    <a:cubicBezTo>
                      <a:pt x="4368" y="8080"/>
                      <a:pt x="4263" y="8085"/>
                      <a:pt x="4167" y="8085"/>
                    </a:cubicBezTo>
                    <a:cubicBezTo>
                      <a:pt x="3120" y="8085"/>
                      <a:pt x="2143" y="7942"/>
                      <a:pt x="1393" y="7656"/>
                    </a:cubicBezTo>
                    <a:cubicBezTo>
                      <a:pt x="714" y="7406"/>
                      <a:pt x="322" y="7061"/>
                      <a:pt x="322" y="6728"/>
                    </a:cubicBezTo>
                    <a:lnTo>
                      <a:pt x="322" y="5025"/>
                    </a:lnTo>
                    <a:close/>
                    <a:moveTo>
                      <a:pt x="4132" y="1"/>
                    </a:moveTo>
                    <a:cubicBezTo>
                      <a:pt x="3048" y="1"/>
                      <a:pt x="2036" y="167"/>
                      <a:pt x="1262" y="465"/>
                    </a:cubicBezTo>
                    <a:cubicBezTo>
                      <a:pt x="441" y="774"/>
                      <a:pt x="0" y="1215"/>
                      <a:pt x="0" y="1691"/>
                    </a:cubicBezTo>
                    <a:lnTo>
                      <a:pt x="0" y="6751"/>
                    </a:lnTo>
                    <a:cubicBezTo>
                      <a:pt x="0" y="7228"/>
                      <a:pt x="441" y="7656"/>
                      <a:pt x="1262" y="7966"/>
                    </a:cubicBezTo>
                    <a:cubicBezTo>
                      <a:pt x="2036" y="8264"/>
                      <a:pt x="3048" y="8430"/>
                      <a:pt x="4132" y="8430"/>
                    </a:cubicBezTo>
                    <a:cubicBezTo>
                      <a:pt x="4346" y="8430"/>
                      <a:pt x="4548" y="8430"/>
                      <a:pt x="4763" y="8418"/>
                    </a:cubicBezTo>
                    <a:lnTo>
                      <a:pt x="5025" y="8871"/>
                    </a:lnTo>
                    <a:cubicBezTo>
                      <a:pt x="5072" y="8954"/>
                      <a:pt x="5132" y="8990"/>
                      <a:pt x="5203" y="9014"/>
                    </a:cubicBezTo>
                    <a:cubicBezTo>
                      <a:pt x="5227" y="9018"/>
                      <a:pt x="5252" y="9020"/>
                      <a:pt x="5278" y="9020"/>
                    </a:cubicBezTo>
                    <a:cubicBezTo>
                      <a:pt x="5329" y="9020"/>
                      <a:pt x="5382" y="9010"/>
                      <a:pt x="5429" y="8978"/>
                    </a:cubicBezTo>
                    <a:lnTo>
                      <a:pt x="5858" y="8728"/>
                    </a:lnTo>
                    <a:cubicBezTo>
                      <a:pt x="6037" y="8871"/>
                      <a:pt x="6251" y="8990"/>
                      <a:pt x="6465" y="9085"/>
                    </a:cubicBezTo>
                    <a:lnTo>
                      <a:pt x="6465" y="9573"/>
                    </a:lnTo>
                    <a:cubicBezTo>
                      <a:pt x="6465" y="9740"/>
                      <a:pt x="6608" y="9871"/>
                      <a:pt x="6763" y="9871"/>
                    </a:cubicBezTo>
                    <a:lnTo>
                      <a:pt x="8108" y="9871"/>
                    </a:lnTo>
                    <a:cubicBezTo>
                      <a:pt x="8275" y="9871"/>
                      <a:pt x="8406" y="9740"/>
                      <a:pt x="8406" y="9573"/>
                    </a:cubicBezTo>
                    <a:lnTo>
                      <a:pt x="8406" y="9085"/>
                    </a:lnTo>
                    <a:cubicBezTo>
                      <a:pt x="8632" y="8990"/>
                      <a:pt x="8823" y="8871"/>
                      <a:pt x="9013" y="8728"/>
                    </a:cubicBezTo>
                    <a:lnTo>
                      <a:pt x="9442" y="8978"/>
                    </a:lnTo>
                    <a:cubicBezTo>
                      <a:pt x="9497" y="9010"/>
                      <a:pt x="9548" y="9020"/>
                      <a:pt x="9596" y="9020"/>
                    </a:cubicBezTo>
                    <a:cubicBezTo>
                      <a:pt x="9620" y="9020"/>
                      <a:pt x="9644" y="9018"/>
                      <a:pt x="9668" y="9014"/>
                    </a:cubicBezTo>
                    <a:cubicBezTo>
                      <a:pt x="9739" y="8990"/>
                      <a:pt x="9799" y="8930"/>
                      <a:pt x="9847" y="8871"/>
                    </a:cubicBezTo>
                    <a:lnTo>
                      <a:pt x="10513" y="7716"/>
                    </a:lnTo>
                    <a:cubicBezTo>
                      <a:pt x="10561" y="7597"/>
                      <a:pt x="10561" y="7525"/>
                      <a:pt x="10549" y="7442"/>
                    </a:cubicBezTo>
                    <a:cubicBezTo>
                      <a:pt x="10537" y="7371"/>
                      <a:pt x="10478" y="7311"/>
                      <a:pt x="10406" y="7263"/>
                    </a:cubicBezTo>
                    <a:lnTo>
                      <a:pt x="9978" y="7013"/>
                    </a:lnTo>
                    <a:cubicBezTo>
                      <a:pt x="9989" y="6894"/>
                      <a:pt x="10013" y="6775"/>
                      <a:pt x="10013" y="6668"/>
                    </a:cubicBezTo>
                    <a:cubicBezTo>
                      <a:pt x="10013" y="6549"/>
                      <a:pt x="10001" y="6430"/>
                      <a:pt x="9978" y="6335"/>
                    </a:cubicBezTo>
                    <a:lnTo>
                      <a:pt x="10406" y="6073"/>
                    </a:lnTo>
                    <a:cubicBezTo>
                      <a:pt x="10549" y="6001"/>
                      <a:pt x="10609" y="5823"/>
                      <a:pt x="10513" y="5680"/>
                    </a:cubicBezTo>
                    <a:lnTo>
                      <a:pt x="10311" y="5323"/>
                    </a:lnTo>
                    <a:cubicBezTo>
                      <a:pt x="10280" y="5268"/>
                      <a:pt x="10228" y="5239"/>
                      <a:pt x="10176" y="5239"/>
                    </a:cubicBezTo>
                    <a:cubicBezTo>
                      <a:pt x="10148" y="5239"/>
                      <a:pt x="10121" y="5247"/>
                      <a:pt x="10097" y="5263"/>
                    </a:cubicBezTo>
                    <a:cubicBezTo>
                      <a:pt x="10025" y="5299"/>
                      <a:pt x="9989" y="5394"/>
                      <a:pt x="10037" y="5466"/>
                    </a:cubicBezTo>
                    <a:lnTo>
                      <a:pt x="10228" y="5811"/>
                    </a:lnTo>
                    <a:lnTo>
                      <a:pt x="9727" y="6108"/>
                    </a:lnTo>
                    <a:cubicBezTo>
                      <a:pt x="9668" y="6132"/>
                      <a:pt x="9632" y="6216"/>
                      <a:pt x="9656" y="6275"/>
                    </a:cubicBezTo>
                    <a:cubicBezTo>
                      <a:pt x="9680" y="6406"/>
                      <a:pt x="9680" y="6537"/>
                      <a:pt x="9680" y="6668"/>
                    </a:cubicBezTo>
                    <a:cubicBezTo>
                      <a:pt x="9680" y="6811"/>
                      <a:pt x="9668" y="6942"/>
                      <a:pt x="9656" y="7073"/>
                    </a:cubicBezTo>
                    <a:cubicBezTo>
                      <a:pt x="9632" y="7132"/>
                      <a:pt x="9668" y="7204"/>
                      <a:pt x="9727" y="7240"/>
                    </a:cubicBezTo>
                    <a:lnTo>
                      <a:pt x="10228" y="7537"/>
                    </a:lnTo>
                    <a:lnTo>
                      <a:pt x="9573" y="8668"/>
                    </a:lnTo>
                    <a:lnTo>
                      <a:pt x="9073" y="8371"/>
                    </a:lnTo>
                    <a:cubicBezTo>
                      <a:pt x="9045" y="8354"/>
                      <a:pt x="9015" y="8345"/>
                      <a:pt x="8986" y="8345"/>
                    </a:cubicBezTo>
                    <a:cubicBezTo>
                      <a:pt x="8952" y="8345"/>
                      <a:pt x="8920" y="8357"/>
                      <a:pt x="8894" y="8383"/>
                    </a:cubicBezTo>
                    <a:cubicBezTo>
                      <a:pt x="8680" y="8561"/>
                      <a:pt x="8442" y="8692"/>
                      <a:pt x="8192" y="8787"/>
                    </a:cubicBezTo>
                    <a:cubicBezTo>
                      <a:pt x="8132" y="8799"/>
                      <a:pt x="8084" y="8859"/>
                      <a:pt x="8084" y="8930"/>
                    </a:cubicBezTo>
                    <a:lnTo>
                      <a:pt x="8084" y="9514"/>
                    </a:lnTo>
                    <a:lnTo>
                      <a:pt x="6775" y="9514"/>
                    </a:lnTo>
                    <a:lnTo>
                      <a:pt x="6775" y="8930"/>
                    </a:lnTo>
                    <a:cubicBezTo>
                      <a:pt x="6775" y="8871"/>
                      <a:pt x="6739" y="8811"/>
                      <a:pt x="6679" y="8787"/>
                    </a:cubicBezTo>
                    <a:cubicBezTo>
                      <a:pt x="6418" y="8692"/>
                      <a:pt x="6179" y="8561"/>
                      <a:pt x="5977" y="8383"/>
                    </a:cubicBezTo>
                    <a:cubicBezTo>
                      <a:pt x="5951" y="8357"/>
                      <a:pt x="5919" y="8345"/>
                      <a:pt x="5885" y="8345"/>
                    </a:cubicBezTo>
                    <a:cubicBezTo>
                      <a:pt x="5856" y="8345"/>
                      <a:pt x="5826" y="8354"/>
                      <a:pt x="5798" y="8371"/>
                    </a:cubicBezTo>
                    <a:lnTo>
                      <a:pt x="5286" y="8668"/>
                    </a:lnTo>
                    <a:lnTo>
                      <a:pt x="4632" y="7537"/>
                    </a:lnTo>
                    <a:lnTo>
                      <a:pt x="5144" y="7240"/>
                    </a:lnTo>
                    <a:cubicBezTo>
                      <a:pt x="5203" y="7204"/>
                      <a:pt x="5227" y="7132"/>
                      <a:pt x="5215" y="7073"/>
                    </a:cubicBezTo>
                    <a:cubicBezTo>
                      <a:pt x="5191" y="6942"/>
                      <a:pt x="5191" y="6811"/>
                      <a:pt x="5191" y="6668"/>
                    </a:cubicBezTo>
                    <a:cubicBezTo>
                      <a:pt x="5191" y="6537"/>
                      <a:pt x="5203" y="6406"/>
                      <a:pt x="5215" y="6275"/>
                    </a:cubicBezTo>
                    <a:cubicBezTo>
                      <a:pt x="5227" y="6216"/>
                      <a:pt x="5203" y="6132"/>
                      <a:pt x="5144" y="6108"/>
                    </a:cubicBezTo>
                    <a:lnTo>
                      <a:pt x="4632" y="5811"/>
                    </a:lnTo>
                    <a:lnTo>
                      <a:pt x="5286" y="4680"/>
                    </a:lnTo>
                    <a:lnTo>
                      <a:pt x="5798" y="4977"/>
                    </a:lnTo>
                    <a:cubicBezTo>
                      <a:pt x="5825" y="4988"/>
                      <a:pt x="5854" y="4994"/>
                      <a:pt x="5883" y="4994"/>
                    </a:cubicBezTo>
                    <a:cubicBezTo>
                      <a:pt x="5917" y="4994"/>
                      <a:pt x="5951" y="4985"/>
                      <a:pt x="5977" y="4965"/>
                    </a:cubicBezTo>
                    <a:cubicBezTo>
                      <a:pt x="6179" y="4787"/>
                      <a:pt x="6418" y="4644"/>
                      <a:pt x="6679" y="4561"/>
                    </a:cubicBezTo>
                    <a:cubicBezTo>
                      <a:pt x="6739" y="4549"/>
                      <a:pt x="6775" y="4489"/>
                      <a:pt x="6775" y="4406"/>
                    </a:cubicBezTo>
                    <a:lnTo>
                      <a:pt x="6775" y="3834"/>
                    </a:lnTo>
                    <a:lnTo>
                      <a:pt x="8084" y="3834"/>
                    </a:lnTo>
                    <a:lnTo>
                      <a:pt x="8084" y="4406"/>
                    </a:lnTo>
                    <a:cubicBezTo>
                      <a:pt x="8084" y="4465"/>
                      <a:pt x="8132" y="4525"/>
                      <a:pt x="8192" y="4561"/>
                    </a:cubicBezTo>
                    <a:cubicBezTo>
                      <a:pt x="8442" y="4644"/>
                      <a:pt x="8680" y="4787"/>
                      <a:pt x="8894" y="4965"/>
                    </a:cubicBezTo>
                    <a:cubicBezTo>
                      <a:pt x="8920" y="4985"/>
                      <a:pt x="8954" y="4994"/>
                      <a:pt x="8988" y="4994"/>
                    </a:cubicBezTo>
                    <a:cubicBezTo>
                      <a:pt x="9017" y="4994"/>
                      <a:pt x="9046" y="4988"/>
                      <a:pt x="9073" y="4977"/>
                    </a:cubicBezTo>
                    <a:lnTo>
                      <a:pt x="9573" y="4680"/>
                    </a:lnTo>
                    <a:lnTo>
                      <a:pt x="9716" y="4906"/>
                    </a:lnTo>
                    <a:cubicBezTo>
                      <a:pt x="9740" y="4955"/>
                      <a:pt x="9793" y="4982"/>
                      <a:pt x="9847" y="4982"/>
                    </a:cubicBezTo>
                    <a:cubicBezTo>
                      <a:pt x="9871" y="4982"/>
                      <a:pt x="9896" y="4977"/>
                      <a:pt x="9918" y="4965"/>
                    </a:cubicBezTo>
                    <a:cubicBezTo>
                      <a:pt x="9989" y="4918"/>
                      <a:pt x="10025" y="4823"/>
                      <a:pt x="9978" y="4751"/>
                    </a:cubicBezTo>
                    <a:lnTo>
                      <a:pt x="9847" y="4513"/>
                    </a:lnTo>
                    <a:cubicBezTo>
                      <a:pt x="9798" y="4424"/>
                      <a:pt x="9699" y="4367"/>
                      <a:pt x="9592" y="4367"/>
                    </a:cubicBezTo>
                    <a:cubicBezTo>
                      <a:pt x="9542" y="4367"/>
                      <a:pt x="9491" y="4379"/>
                      <a:pt x="9442" y="4406"/>
                    </a:cubicBezTo>
                    <a:lnTo>
                      <a:pt x="9013" y="4668"/>
                    </a:lnTo>
                    <a:cubicBezTo>
                      <a:pt x="8835" y="4513"/>
                      <a:pt x="8620" y="4394"/>
                      <a:pt x="8406" y="4311"/>
                    </a:cubicBezTo>
                    <a:lnTo>
                      <a:pt x="8406" y="3811"/>
                    </a:lnTo>
                    <a:cubicBezTo>
                      <a:pt x="8406" y="3727"/>
                      <a:pt x="8358" y="3632"/>
                      <a:pt x="8299" y="3596"/>
                    </a:cubicBezTo>
                    <a:lnTo>
                      <a:pt x="8299" y="1656"/>
                    </a:lnTo>
                    <a:cubicBezTo>
                      <a:pt x="8299" y="1060"/>
                      <a:pt x="7596" y="536"/>
                      <a:pt x="6394" y="239"/>
                    </a:cubicBezTo>
                    <a:cubicBezTo>
                      <a:pt x="6384" y="237"/>
                      <a:pt x="6375" y="237"/>
                      <a:pt x="6365" y="237"/>
                    </a:cubicBezTo>
                    <a:cubicBezTo>
                      <a:pt x="6284" y="237"/>
                      <a:pt x="6225" y="283"/>
                      <a:pt x="6203" y="358"/>
                    </a:cubicBezTo>
                    <a:cubicBezTo>
                      <a:pt x="6179" y="453"/>
                      <a:pt x="6227" y="524"/>
                      <a:pt x="6322" y="560"/>
                    </a:cubicBezTo>
                    <a:cubicBezTo>
                      <a:pt x="7346" y="810"/>
                      <a:pt x="7989" y="1239"/>
                      <a:pt x="7989" y="1667"/>
                    </a:cubicBezTo>
                    <a:cubicBezTo>
                      <a:pt x="7989" y="2001"/>
                      <a:pt x="7596" y="2346"/>
                      <a:pt x="6918" y="2596"/>
                    </a:cubicBezTo>
                    <a:cubicBezTo>
                      <a:pt x="6179" y="2882"/>
                      <a:pt x="5203" y="3025"/>
                      <a:pt x="4143" y="3025"/>
                    </a:cubicBezTo>
                    <a:cubicBezTo>
                      <a:pt x="3703" y="3025"/>
                      <a:pt x="3262" y="3001"/>
                      <a:pt x="2846" y="2941"/>
                    </a:cubicBezTo>
                    <a:cubicBezTo>
                      <a:pt x="2833" y="2938"/>
                      <a:pt x="2821" y="2936"/>
                      <a:pt x="2809" y="2936"/>
                    </a:cubicBezTo>
                    <a:cubicBezTo>
                      <a:pt x="2742" y="2936"/>
                      <a:pt x="2687" y="2991"/>
                      <a:pt x="2667" y="3072"/>
                    </a:cubicBezTo>
                    <a:cubicBezTo>
                      <a:pt x="2655" y="3156"/>
                      <a:pt x="2715" y="3239"/>
                      <a:pt x="2810" y="3251"/>
                    </a:cubicBezTo>
                    <a:cubicBezTo>
                      <a:pt x="3239" y="3311"/>
                      <a:pt x="3679" y="3334"/>
                      <a:pt x="4143" y="3334"/>
                    </a:cubicBezTo>
                    <a:cubicBezTo>
                      <a:pt x="5227" y="3334"/>
                      <a:pt x="6239" y="3168"/>
                      <a:pt x="7013" y="2870"/>
                    </a:cubicBezTo>
                    <a:cubicBezTo>
                      <a:pt x="7430" y="2715"/>
                      <a:pt x="7763" y="2525"/>
                      <a:pt x="7965" y="2310"/>
                    </a:cubicBezTo>
                    <a:lnTo>
                      <a:pt x="7965" y="3525"/>
                    </a:lnTo>
                    <a:lnTo>
                      <a:pt x="6751" y="3525"/>
                    </a:lnTo>
                    <a:cubicBezTo>
                      <a:pt x="6584" y="3525"/>
                      <a:pt x="6453" y="3668"/>
                      <a:pt x="6453" y="3822"/>
                    </a:cubicBezTo>
                    <a:lnTo>
                      <a:pt x="6453" y="4323"/>
                    </a:lnTo>
                    <a:cubicBezTo>
                      <a:pt x="6227" y="4406"/>
                      <a:pt x="6037" y="4525"/>
                      <a:pt x="5846" y="4680"/>
                    </a:cubicBezTo>
                    <a:lnTo>
                      <a:pt x="5406" y="4418"/>
                    </a:lnTo>
                    <a:cubicBezTo>
                      <a:pt x="5360" y="4395"/>
                      <a:pt x="5315" y="4387"/>
                      <a:pt x="5270" y="4387"/>
                    </a:cubicBezTo>
                    <a:cubicBezTo>
                      <a:pt x="5243" y="4387"/>
                      <a:pt x="5217" y="4390"/>
                      <a:pt x="5191" y="4394"/>
                    </a:cubicBezTo>
                    <a:cubicBezTo>
                      <a:pt x="5108" y="4406"/>
                      <a:pt x="5048" y="4465"/>
                      <a:pt x="5013" y="4525"/>
                    </a:cubicBezTo>
                    <a:lnTo>
                      <a:pt x="4334" y="5692"/>
                    </a:lnTo>
                    <a:cubicBezTo>
                      <a:pt x="4322" y="5704"/>
                      <a:pt x="4322" y="5716"/>
                      <a:pt x="4322" y="5727"/>
                    </a:cubicBezTo>
                    <a:lnTo>
                      <a:pt x="4132" y="5727"/>
                    </a:lnTo>
                    <a:cubicBezTo>
                      <a:pt x="3084" y="5727"/>
                      <a:pt x="2107" y="5585"/>
                      <a:pt x="1357" y="5299"/>
                    </a:cubicBezTo>
                    <a:cubicBezTo>
                      <a:pt x="679" y="5049"/>
                      <a:pt x="286" y="4704"/>
                      <a:pt x="286" y="4382"/>
                    </a:cubicBezTo>
                    <a:lnTo>
                      <a:pt x="286" y="2322"/>
                    </a:lnTo>
                    <a:cubicBezTo>
                      <a:pt x="643" y="2668"/>
                      <a:pt x="1274" y="2965"/>
                      <a:pt x="2131" y="3144"/>
                    </a:cubicBezTo>
                    <a:lnTo>
                      <a:pt x="2167" y="3144"/>
                    </a:lnTo>
                    <a:cubicBezTo>
                      <a:pt x="2238" y="3144"/>
                      <a:pt x="2298" y="3096"/>
                      <a:pt x="2322" y="3025"/>
                    </a:cubicBezTo>
                    <a:cubicBezTo>
                      <a:pt x="2334" y="2930"/>
                      <a:pt x="2286" y="2858"/>
                      <a:pt x="2203" y="2846"/>
                    </a:cubicBezTo>
                    <a:cubicBezTo>
                      <a:pt x="1036" y="2596"/>
                      <a:pt x="298" y="2132"/>
                      <a:pt x="298" y="1667"/>
                    </a:cubicBezTo>
                    <a:cubicBezTo>
                      <a:pt x="298" y="1346"/>
                      <a:pt x="679" y="1001"/>
                      <a:pt x="1369" y="751"/>
                    </a:cubicBezTo>
                    <a:cubicBezTo>
                      <a:pt x="2096" y="465"/>
                      <a:pt x="3072" y="322"/>
                      <a:pt x="4132" y="322"/>
                    </a:cubicBezTo>
                    <a:cubicBezTo>
                      <a:pt x="4667" y="322"/>
                      <a:pt x="5191" y="358"/>
                      <a:pt x="5679" y="441"/>
                    </a:cubicBezTo>
                    <a:cubicBezTo>
                      <a:pt x="5687" y="442"/>
                      <a:pt x="5695" y="443"/>
                      <a:pt x="5703" y="443"/>
                    </a:cubicBezTo>
                    <a:cubicBezTo>
                      <a:pt x="5786" y="443"/>
                      <a:pt x="5847" y="385"/>
                      <a:pt x="5858" y="298"/>
                    </a:cubicBezTo>
                    <a:cubicBezTo>
                      <a:pt x="5870" y="215"/>
                      <a:pt x="5810" y="143"/>
                      <a:pt x="5727" y="120"/>
                    </a:cubicBezTo>
                    <a:cubicBezTo>
                      <a:pt x="5215" y="36"/>
                      <a:pt x="4679" y="1"/>
                      <a:pt x="4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5" name="Google Shape;3725;p42"/>
              <p:cNvSpPr/>
              <p:nvPr/>
            </p:nvSpPr>
            <p:spPr>
              <a:xfrm>
                <a:off x="6306652" y="2638748"/>
                <a:ext cx="59904" cy="59522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1870" extrusionOk="0">
                    <a:moveTo>
                      <a:pt x="941" y="310"/>
                    </a:moveTo>
                    <a:cubicBezTo>
                      <a:pt x="1287" y="310"/>
                      <a:pt x="1561" y="596"/>
                      <a:pt x="1561" y="929"/>
                    </a:cubicBezTo>
                    <a:cubicBezTo>
                      <a:pt x="1561" y="1274"/>
                      <a:pt x="1287" y="1560"/>
                      <a:pt x="941" y="1560"/>
                    </a:cubicBezTo>
                    <a:cubicBezTo>
                      <a:pt x="596" y="1560"/>
                      <a:pt x="310" y="1274"/>
                      <a:pt x="310" y="929"/>
                    </a:cubicBezTo>
                    <a:cubicBezTo>
                      <a:pt x="310" y="596"/>
                      <a:pt x="596" y="310"/>
                      <a:pt x="941" y="310"/>
                    </a:cubicBezTo>
                    <a:close/>
                    <a:moveTo>
                      <a:pt x="941" y="0"/>
                    </a:moveTo>
                    <a:cubicBezTo>
                      <a:pt x="418" y="0"/>
                      <a:pt x="1" y="417"/>
                      <a:pt x="1" y="929"/>
                    </a:cubicBezTo>
                    <a:cubicBezTo>
                      <a:pt x="1" y="1453"/>
                      <a:pt x="418" y="1870"/>
                      <a:pt x="941" y="1870"/>
                    </a:cubicBezTo>
                    <a:cubicBezTo>
                      <a:pt x="1465" y="1870"/>
                      <a:pt x="1882" y="1453"/>
                      <a:pt x="1882" y="929"/>
                    </a:cubicBezTo>
                    <a:cubicBezTo>
                      <a:pt x="1882" y="417"/>
                      <a:pt x="1465" y="0"/>
                      <a:pt x="9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26" name="Google Shape;3726;p42"/>
          <p:cNvSpPr txBox="1">
            <a:spLocks noGrp="1"/>
          </p:cNvSpPr>
          <p:nvPr>
            <p:ph type="title" idx="3"/>
          </p:nvPr>
        </p:nvSpPr>
        <p:spPr>
          <a:xfrm>
            <a:off x="6533971" y="1616181"/>
            <a:ext cx="2587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00"/>
                </a:solidFill>
                <a:latin typeface="Arial Black" panose="020B0A04020102020204" pitchFamily="34" charset="0"/>
              </a:rPr>
              <a:t>Continuous Improvement</a:t>
            </a:r>
            <a:endParaRPr sz="1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727" name="Google Shape;3727;p42"/>
          <p:cNvSpPr txBox="1">
            <a:spLocks noGrp="1"/>
          </p:cNvSpPr>
          <p:nvPr>
            <p:ph type="subTitle" idx="4"/>
          </p:nvPr>
        </p:nvSpPr>
        <p:spPr>
          <a:xfrm>
            <a:off x="6824371" y="1900337"/>
            <a:ext cx="20067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dirty="0">
                <a:latin typeface="Roboto" panose="02000000000000000000" pitchFamily="2" charset="0"/>
                <a:ea typeface="Roboto" panose="02000000000000000000" pitchFamily="2" charset="0"/>
              </a:rPr>
              <a:t>Regular penetration testing helps adapting to evolving threats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E7F887-684A-46F5-8A94-25E511164A37}"/>
              </a:ext>
            </a:extLst>
          </p:cNvPr>
          <p:cNvGrpSpPr/>
          <p:nvPr/>
        </p:nvGrpSpPr>
        <p:grpSpPr>
          <a:xfrm>
            <a:off x="6100321" y="2937879"/>
            <a:ext cx="867300" cy="825000"/>
            <a:chOff x="5544595" y="2829614"/>
            <a:chExt cx="867300" cy="825000"/>
          </a:xfrm>
        </p:grpSpPr>
        <p:sp>
          <p:nvSpPr>
            <p:cNvPr id="3749" name="Google Shape;3749;p42"/>
            <p:cNvSpPr/>
            <p:nvPr/>
          </p:nvSpPr>
          <p:spPr>
            <a:xfrm>
              <a:off x="5544595" y="2829614"/>
              <a:ext cx="867300" cy="8250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50" name="Google Shape;3750;p42"/>
            <p:cNvGrpSpPr/>
            <p:nvPr/>
          </p:nvGrpSpPr>
          <p:grpSpPr>
            <a:xfrm>
              <a:off x="5803723" y="3075256"/>
              <a:ext cx="349169" cy="333708"/>
              <a:chOff x="6069423" y="2891892"/>
              <a:chExt cx="362321" cy="364231"/>
            </a:xfrm>
          </p:grpSpPr>
          <p:sp>
            <p:nvSpPr>
              <p:cNvPr id="3751" name="Google Shape;3751;p42"/>
              <p:cNvSpPr/>
              <p:nvPr/>
            </p:nvSpPr>
            <p:spPr>
              <a:xfrm>
                <a:off x="6069423" y="2891892"/>
                <a:ext cx="278958" cy="278958"/>
              </a:xfrm>
              <a:custGeom>
                <a:avLst/>
                <a:gdLst/>
                <a:ahLst/>
                <a:cxnLst/>
                <a:rect l="l" t="t" r="r" b="b"/>
                <a:pathLst>
                  <a:path w="8764" h="8764" extrusionOk="0">
                    <a:moveTo>
                      <a:pt x="4120" y="1"/>
                    </a:moveTo>
                    <a:cubicBezTo>
                      <a:pt x="3858" y="1"/>
                      <a:pt x="3632" y="203"/>
                      <a:pt x="3572" y="453"/>
                    </a:cubicBezTo>
                    <a:lnTo>
                      <a:pt x="3406" y="1299"/>
                    </a:lnTo>
                    <a:cubicBezTo>
                      <a:pt x="3227" y="1358"/>
                      <a:pt x="3060" y="1418"/>
                      <a:pt x="2906" y="1513"/>
                    </a:cubicBezTo>
                    <a:lnTo>
                      <a:pt x="2191" y="1037"/>
                    </a:lnTo>
                    <a:cubicBezTo>
                      <a:pt x="2096" y="971"/>
                      <a:pt x="1987" y="940"/>
                      <a:pt x="1879" y="940"/>
                    </a:cubicBezTo>
                    <a:cubicBezTo>
                      <a:pt x="1732" y="940"/>
                      <a:pt x="1587" y="998"/>
                      <a:pt x="1477" y="1108"/>
                    </a:cubicBezTo>
                    <a:lnTo>
                      <a:pt x="1096" y="1477"/>
                    </a:lnTo>
                    <a:cubicBezTo>
                      <a:pt x="905" y="1668"/>
                      <a:pt x="882" y="1965"/>
                      <a:pt x="1024" y="2191"/>
                    </a:cubicBezTo>
                    <a:lnTo>
                      <a:pt x="1501" y="2906"/>
                    </a:lnTo>
                    <a:cubicBezTo>
                      <a:pt x="1417" y="3073"/>
                      <a:pt x="1358" y="3239"/>
                      <a:pt x="1298" y="3406"/>
                    </a:cubicBezTo>
                    <a:lnTo>
                      <a:pt x="441" y="3573"/>
                    </a:lnTo>
                    <a:cubicBezTo>
                      <a:pt x="179" y="3632"/>
                      <a:pt x="0" y="3858"/>
                      <a:pt x="0" y="4132"/>
                    </a:cubicBezTo>
                    <a:lnTo>
                      <a:pt x="0" y="4644"/>
                    </a:lnTo>
                    <a:cubicBezTo>
                      <a:pt x="0" y="4918"/>
                      <a:pt x="191" y="5132"/>
                      <a:pt x="441" y="5204"/>
                    </a:cubicBezTo>
                    <a:lnTo>
                      <a:pt x="1298" y="5359"/>
                    </a:lnTo>
                    <a:cubicBezTo>
                      <a:pt x="1358" y="5537"/>
                      <a:pt x="1417" y="5704"/>
                      <a:pt x="1501" y="5871"/>
                    </a:cubicBezTo>
                    <a:lnTo>
                      <a:pt x="1024" y="6585"/>
                    </a:lnTo>
                    <a:cubicBezTo>
                      <a:pt x="882" y="6811"/>
                      <a:pt x="905" y="7109"/>
                      <a:pt x="1096" y="7299"/>
                    </a:cubicBezTo>
                    <a:lnTo>
                      <a:pt x="1477" y="7668"/>
                    </a:lnTo>
                    <a:cubicBezTo>
                      <a:pt x="1587" y="7778"/>
                      <a:pt x="1732" y="7837"/>
                      <a:pt x="1879" y="7837"/>
                    </a:cubicBezTo>
                    <a:cubicBezTo>
                      <a:pt x="1987" y="7837"/>
                      <a:pt x="2096" y="7805"/>
                      <a:pt x="2191" y="7740"/>
                    </a:cubicBezTo>
                    <a:lnTo>
                      <a:pt x="2906" y="7264"/>
                    </a:lnTo>
                    <a:cubicBezTo>
                      <a:pt x="3060" y="7359"/>
                      <a:pt x="3227" y="7418"/>
                      <a:pt x="3406" y="7478"/>
                    </a:cubicBezTo>
                    <a:lnTo>
                      <a:pt x="3572" y="8323"/>
                    </a:lnTo>
                    <a:cubicBezTo>
                      <a:pt x="3632" y="8585"/>
                      <a:pt x="3858" y="8764"/>
                      <a:pt x="4120" y="8764"/>
                    </a:cubicBezTo>
                    <a:lnTo>
                      <a:pt x="4644" y="8764"/>
                    </a:lnTo>
                    <a:cubicBezTo>
                      <a:pt x="4906" y="8764"/>
                      <a:pt x="5132" y="8573"/>
                      <a:pt x="5192" y="8323"/>
                    </a:cubicBezTo>
                    <a:lnTo>
                      <a:pt x="5358" y="7478"/>
                    </a:lnTo>
                    <a:cubicBezTo>
                      <a:pt x="5489" y="7430"/>
                      <a:pt x="5620" y="7371"/>
                      <a:pt x="5763" y="7311"/>
                    </a:cubicBezTo>
                    <a:cubicBezTo>
                      <a:pt x="5846" y="7299"/>
                      <a:pt x="5894" y="7192"/>
                      <a:pt x="5846" y="7109"/>
                    </a:cubicBezTo>
                    <a:cubicBezTo>
                      <a:pt x="5812" y="7039"/>
                      <a:pt x="5751" y="6995"/>
                      <a:pt x="5684" y="6995"/>
                    </a:cubicBezTo>
                    <a:cubicBezTo>
                      <a:pt x="5659" y="6995"/>
                      <a:pt x="5634" y="7001"/>
                      <a:pt x="5608" y="7014"/>
                    </a:cubicBezTo>
                    <a:cubicBezTo>
                      <a:pt x="5465" y="7085"/>
                      <a:pt x="5311" y="7144"/>
                      <a:pt x="5144" y="7180"/>
                    </a:cubicBezTo>
                    <a:cubicBezTo>
                      <a:pt x="5084" y="7192"/>
                      <a:pt x="5025" y="7252"/>
                      <a:pt x="5013" y="7311"/>
                    </a:cubicBezTo>
                    <a:lnTo>
                      <a:pt x="4823" y="8264"/>
                    </a:lnTo>
                    <a:cubicBezTo>
                      <a:pt x="4811" y="8347"/>
                      <a:pt x="4715" y="8430"/>
                      <a:pt x="4632" y="8430"/>
                    </a:cubicBezTo>
                    <a:lnTo>
                      <a:pt x="4108" y="8430"/>
                    </a:lnTo>
                    <a:cubicBezTo>
                      <a:pt x="4013" y="8430"/>
                      <a:pt x="3930" y="8347"/>
                      <a:pt x="3918" y="8264"/>
                    </a:cubicBezTo>
                    <a:lnTo>
                      <a:pt x="3715" y="7311"/>
                    </a:lnTo>
                    <a:cubicBezTo>
                      <a:pt x="3703" y="7252"/>
                      <a:pt x="3656" y="7192"/>
                      <a:pt x="3584" y="7180"/>
                    </a:cubicBezTo>
                    <a:cubicBezTo>
                      <a:pt x="3358" y="7121"/>
                      <a:pt x="3156" y="7025"/>
                      <a:pt x="2965" y="6906"/>
                    </a:cubicBezTo>
                    <a:cubicBezTo>
                      <a:pt x="2935" y="6894"/>
                      <a:pt x="2900" y="6888"/>
                      <a:pt x="2864" y="6888"/>
                    </a:cubicBezTo>
                    <a:cubicBezTo>
                      <a:pt x="2828" y="6888"/>
                      <a:pt x="2792" y="6894"/>
                      <a:pt x="2763" y="6906"/>
                    </a:cubicBezTo>
                    <a:lnTo>
                      <a:pt x="1965" y="7442"/>
                    </a:lnTo>
                    <a:cubicBezTo>
                      <a:pt x="1934" y="7468"/>
                      <a:pt x="1894" y="7480"/>
                      <a:pt x="1854" y="7480"/>
                    </a:cubicBezTo>
                    <a:cubicBezTo>
                      <a:pt x="1802" y="7480"/>
                      <a:pt x="1749" y="7459"/>
                      <a:pt x="1715" y="7418"/>
                    </a:cubicBezTo>
                    <a:lnTo>
                      <a:pt x="1334" y="7049"/>
                    </a:lnTo>
                    <a:cubicBezTo>
                      <a:pt x="1263" y="6966"/>
                      <a:pt x="1263" y="6859"/>
                      <a:pt x="1310" y="6787"/>
                    </a:cubicBezTo>
                    <a:lnTo>
                      <a:pt x="1846" y="5990"/>
                    </a:lnTo>
                    <a:cubicBezTo>
                      <a:pt x="1882" y="5930"/>
                      <a:pt x="1882" y="5859"/>
                      <a:pt x="1846" y="5799"/>
                    </a:cubicBezTo>
                    <a:cubicBezTo>
                      <a:pt x="1727" y="5597"/>
                      <a:pt x="1655" y="5382"/>
                      <a:pt x="1572" y="5168"/>
                    </a:cubicBezTo>
                    <a:cubicBezTo>
                      <a:pt x="1560" y="5109"/>
                      <a:pt x="1501" y="5049"/>
                      <a:pt x="1441" y="5037"/>
                    </a:cubicBezTo>
                    <a:lnTo>
                      <a:pt x="489" y="4847"/>
                    </a:lnTo>
                    <a:cubicBezTo>
                      <a:pt x="393" y="4823"/>
                      <a:pt x="322" y="4739"/>
                      <a:pt x="322" y="4644"/>
                    </a:cubicBezTo>
                    <a:lnTo>
                      <a:pt x="322" y="4132"/>
                    </a:lnTo>
                    <a:cubicBezTo>
                      <a:pt x="322" y="4037"/>
                      <a:pt x="393" y="3954"/>
                      <a:pt x="489" y="3930"/>
                    </a:cubicBezTo>
                    <a:lnTo>
                      <a:pt x="1441" y="3739"/>
                    </a:lnTo>
                    <a:cubicBezTo>
                      <a:pt x="1501" y="3727"/>
                      <a:pt x="1560" y="3680"/>
                      <a:pt x="1572" y="3608"/>
                    </a:cubicBezTo>
                    <a:cubicBezTo>
                      <a:pt x="1632" y="3382"/>
                      <a:pt x="1727" y="3180"/>
                      <a:pt x="1846" y="2977"/>
                    </a:cubicBezTo>
                    <a:cubicBezTo>
                      <a:pt x="1870" y="2918"/>
                      <a:pt x="1870" y="2846"/>
                      <a:pt x="1846" y="2787"/>
                    </a:cubicBezTo>
                    <a:lnTo>
                      <a:pt x="1310" y="1989"/>
                    </a:lnTo>
                    <a:cubicBezTo>
                      <a:pt x="1251" y="1906"/>
                      <a:pt x="1263" y="1787"/>
                      <a:pt x="1334" y="1727"/>
                    </a:cubicBezTo>
                    <a:lnTo>
                      <a:pt x="1715" y="1358"/>
                    </a:lnTo>
                    <a:cubicBezTo>
                      <a:pt x="1754" y="1319"/>
                      <a:pt x="1804" y="1301"/>
                      <a:pt x="1854" y="1301"/>
                    </a:cubicBezTo>
                    <a:cubicBezTo>
                      <a:pt x="1894" y="1301"/>
                      <a:pt x="1933" y="1313"/>
                      <a:pt x="1965" y="1334"/>
                    </a:cubicBezTo>
                    <a:lnTo>
                      <a:pt x="2763" y="1870"/>
                    </a:lnTo>
                    <a:cubicBezTo>
                      <a:pt x="2792" y="1888"/>
                      <a:pt x="2828" y="1897"/>
                      <a:pt x="2864" y="1897"/>
                    </a:cubicBezTo>
                    <a:cubicBezTo>
                      <a:pt x="2900" y="1897"/>
                      <a:pt x="2935" y="1888"/>
                      <a:pt x="2965" y="1870"/>
                    </a:cubicBezTo>
                    <a:cubicBezTo>
                      <a:pt x="3156" y="1751"/>
                      <a:pt x="3382" y="1668"/>
                      <a:pt x="3584" y="1596"/>
                    </a:cubicBezTo>
                    <a:cubicBezTo>
                      <a:pt x="3644" y="1584"/>
                      <a:pt x="3703" y="1525"/>
                      <a:pt x="3715" y="1465"/>
                    </a:cubicBezTo>
                    <a:lnTo>
                      <a:pt x="3918" y="513"/>
                    </a:lnTo>
                    <a:cubicBezTo>
                      <a:pt x="3930" y="417"/>
                      <a:pt x="4013" y="346"/>
                      <a:pt x="4108" y="346"/>
                    </a:cubicBezTo>
                    <a:lnTo>
                      <a:pt x="4632" y="346"/>
                    </a:lnTo>
                    <a:cubicBezTo>
                      <a:pt x="4715" y="346"/>
                      <a:pt x="4811" y="417"/>
                      <a:pt x="4823" y="513"/>
                    </a:cubicBezTo>
                    <a:lnTo>
                      <a:pt x="5013" y="1465"/>
                    </a:lnTo>
                    <a:cubicBezTo>
                      <a:pt x="5025" y="1525"/>
                      <a:pt x="5073" y="1584"/>
                      <a:pt x="5144" y="1596"/>
                    </a:cubicBezTo>
                    <a:cubicBezTo>
                      <a:pt x="5370" y="1656"/>
                      <a:pt x="5585" y="1751"/>
                      <a:pt x="5775" y="1870"/>
                    </a:cubicBezTo>
                    <a:cubicBezTo>
                      <a:pt x="5805" y="1882"/>
                      <a:pt x="5838" y="1888"/>
                      <a:pt x="5870" y="1888"/>
                    </a:cubicBezTo>
                    <a:cubicBezTo>
                      <a:pt x="5903" y="1888"/>
                      <a:pt x="5936" y="1882"/>
                      <a:pt x="5966" y="1870"/>
                    </a:cubicBezTo>
                    <a:lnTo>
                      <a:pt x="6775" y="1334"/>
                    </a:lnTo>
                    <a:cubicBezTo>
                      <a:pt x="6806" y="1309"/>
                      <a:pt x="6846" y="1296"/>
                      <a:pt x="6886" y="1296"/>
                    </a:cubicBezTo>
                    <a:cubicBezTo>
                      <a:pt x="6938" y="1296"/>
                      <a:pt x="6991" y="1317"/>
                      <a:pt x="7025" y="1358"/>
                    </a:cubicBezTo>
                    <a:lnTo>
                      <a:pt x="7394" y="1727"/>
                    </a:lnTo>
                    <a:cubicBezTo>
                      <a:pt x="7466" y="1810"/>
                      <a:pt x="7466" y="1906"/>
                      <a:pt x="7430" y="1989"/>
                    </a:cubicBezTo>
                    <a:lnTo>
                      <a:pt x="6894" y="2787"/>
                    </a:lnTo>
                    <a:cubicBezTo>
                      <a:pt x="6847" y="2846"/>
                      <a:pt x="6847" y="2918"/>
                      <a:pt x="6894" y="2977"/>
                    </a:cubicBezTo>
                    <a:cubicBezTo>
                      <a:pt x="7013" y="3180"/>
                      <a:pt x="7085" y="3394"/>
                      <a:pt x="7156" y="3608"/>
                    </a:cubicBezTo>
                    <a:cubicBezTo>
                      <a:pt x="7168" y="3668"/>
                      <a:pt x="7228" y="3727"/>
                      <a:pt x="7287" y="3739"/>
                    </a:cubicBezTo>
                    <a:lnTo>
                      <a:pt x="8240" y="3930"/>
                    </a:lnTo>
                    <a:cubicBezTo>
                      <a:pt x="8335" y="3954"/>
                      <a:pt x="8406" y="4037"/>
                      <a:pt x="8406" y="4132"/>
                    </a:cubicBezTo>
                    <a:lnTo>
                      <a:pt x="8406" y="4644"/>
                    </a:lnTo>
                    <a:cubicBezTo>
                      <a:pt x="8406" y="4739"/>
                      <a:pt x="8335" y="4823"/>
                      <a:pt x="8240" y="4847"/>
                    </a:cubicBezTo>
                    <a:lnTo>
                      <a:pt x="7287" y="5037"/>
                    </a:lnTo>
                    <a:cubicBezTo>
                      <a:pt x="7228" y="5049"/>
                      <a:pt x="7168" y="5097"/>
                      <a:pt x="7156" y="5168"/>
                    </a:cubicBezTo>
                    <a:cubicBezTo>
                      <a:pt x="7109" y="5335"/>
                      <a:pt x="7049" y="5478"/>
                      <a:pt x="6978" y="5632"/>
                    </a:cubicBezTo>
                    <a:cubicBezTo>
                      <a:pt x="6930" y="5716"/>
                      <a:pt x="6978" y="5823"/>
                      <a:pt x="7073" y="5871"/>
                    </a:cubicBezTo>
                    <a:cubicBezTo>
                      <a:pt x="7095" y="5883"/>
                      <a:pt x="7119" y="5889"/>
                      <a:pt x="7143" y="5889"/>
                    </a:cubicBezTo>
                    <a:cubicBezTo>
                      <a:pt x="7209" y="5889"/>
                      <a:pt x="7276" y="5845"/>
                      <a:pt x="7311" y="5775"/>
                    </a:cubicBezTo>
                    <a:cubicBezTo>
                      <a:pt x="7370" y="5644"/>
                      <a:pt x="7430" y="5513"/>
                      <a:pt x="7466" y="5359"/>
                    </a:cubicBezTo>
                    <a:lnTo>
                      <a:pt x="8323" y="5204"/>
                    </a:lnTo>
                    <a:cubicBezTo>
                      <a:pt x="8585" y="5144"/>
                      <a:pt x="8763" y="4918"/>
                      <a:pt x="8763" y="4644"/>
                    </a:cubicBezTo>
                    <a:lnTo>
                      <a:pt x="8763" y="4132"/>
                    </a:lnTo>
                    <a:cubicBezTo>
                      <a:pt x="8763" y="3858"/>
                      <a:pt x="8573" y="3632"/>
                      <a:pt x="8323" y="3573"/>
                    </a:cubicBezTo>
                    <a:lnTo>
                      <a:pt x="7466" y="3406"/>
                    </a:lnTo>
                    <a:cubicBezTo>
                      <a:pt x="7406" y="3227"/>
                      <a:pt x="7347" y="3073"/>
                      <a:pt x="7263" y="2906"/>
                    </a:cubicBezTo>
                    <a:lnTo>
                      <a:pt x="7740" y="2191"/>
                    </a:lnTo>
                    <a:cubicBezTo>
                      <a:pt x="7882" y="1965"/>
                      <a:pt x="7859" y="1668"/>
                      <a:pt x="7668" y="1477"/>
                    </a:cubicBezTo>
                    <a:lnTo>
                      <a:pt x="7287" y="1108"/>
                    </a:lnTo>
                    <a:cubicBezTo>
                      <a:pt x="7177" y="998"/>
                      <a:pt x="7032" y="940"/>
                      <a:pt x="6885" y="940"/>
                    </a:cubicBezTo>
                    <a:cubicBezTo>
                      <a:pt x="6777" y="940"/>
                      <a:pt x="6668" y="971"/>
                      <a:pt x="6573" y="1037"/>
                    </a:cubicBezTo>
                    <a:lnTo>
                      <a:pt x="5858" y="1513"/>
                    </a:lnTo>
                    <a:cubicBezTo>
                      <a:pt x="5704" y="1418"/>
                      <a:pt x="5537" y="1358"/>
                      <a:pt x="5358" y="1299"/>
                    </a:cubicBezTo>
                    <a:lnTo>
                      <a:pt x="5192" y="453"/>
                    </a:lnTo>
                    <a:cubicBezTo>
                      <a:pt x="5132" y="179"/>
                      <a:pt x="4906" y="1"/>
                      <a:pt x="46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2" name="Google Shape;3752;p42"/>
              <p:cNvSpPr/>
              <p:nvPr/>
            </p:nvSpPr>
            <p:spPr>
              <a:xfrm>
                <a:off x="6161507" y="2967679"/>
                <a:ext cx="111851" cy="97432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061" extrusionOk="0">
                    <a:moveTo>
                      <a:pt x="1489" y="1"/>
                    </a:moveTo>
                    <a:cubicBezTo>
                      <a:pt x="965" y="1"/>
                      <a:pt x="465" y="215"/>
                      <a:pt x="84" y="584"/>
                    </a:cubicBezTo>
                    <a:cubicBezTo>
                      <a:pt x="1" y="656"/>
                      <a:pt x="1" y="763"/>
                      <a:pt x="84" y="834"/>
                    </a:cubicBezTo>
                    <a:cubicBezTo>
                      <a:pt x="120" y="870"/>
                      <a:pt x="164" y="888"/>
                      <a:pt x="209" y="888"/>
                    </a:cubicBezTo>
                    <a:cubicBezTo>
                      <a:pt x="254" y="888"/>
                      <a:pt x="298" y="870"/>
                      <a:pt x="334" y="834"/>
                    </a:cubicBezTo>
                    <a:cubicBezTo>
                      <a:pt x="644" y="537"/>
                      <a:pt x="1060" y="358"/>
                      <a:pt x="1489" y="358"/>
                    </a:cubicBezTo>
                    <a:cubicBezTo>
                      <a:pt x="2418" y="358"/>
                      <a:pt x="3168" y="1108"/>
                      <a:pt x="3168" y="2025"/>
                    </a:cubicBezTo>
                    <a:cubicBezTo>
                      <a:pt x="3168" y="2299"/>
                      <a:pt x="3096" y="2549"/>
                      <a:pt x="2989" y="2787"/>
                    </a:cubicBezTo>
                    <a:cubicBezTo>
                      <a:pt x="2930" y="2894"/>
                      <a:pt x="2953" y="2989"/>
                      <a:pt x="3049" y="3037"/>
                    </a:cubicBezTo>
                    <a:cubicBezTo>
                      <a:pt x="3073" y="3061"/>
                      <a:pt x="3108" y="3061"/>
                      <a:pt x="3132" y="3061"/>
                    </a:cubicBezTo>
                    <a:cubicBezTo>
                      <a:pt x="3192" y="3061"/>
                      <a:pt x="3263" y="3025"/>
                      <a:pt x="3299" y="2954"/>
                    </a:cubicBezTo>
                    <a:cubicBezTo>
                      <a:pt x="3442" y="2668"/>
                      <a:pt x="3513" y="2358"/>
                      <a:pt x="3513" y="2025"/>
                    </a:cubicBezTo>
                    <a:cubicBezTo>
                      <a:pt x="3513" y="906"/>
                      <a:pt x="2608" y="1"/>
                      <a:pt x="1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3" name="Google Shape;3753;p42"/>
              <p:cNvSpPr/>
              <p:nvPr/>
            </p:nvSpPr>
            <p:spPr>
              <a:xfrm>
                <a:off x="6144828" y="3007848"/>
                <a:ext cx="105389" cy="88742"/>
              </a:xfrm>
              <a:custGeom>
                <a:avLst/>
                <a:gdLst/>
                <a:ahLst/>
                <a:cxnLst/>
                <a:rect l="l" t="t" r="r" b="b"/>
                <a:pathLst>
                  <a:path w="3311" h="2788" extrusionOk="0">
                    <a:moveTo>
                      <a:pt x="262" y="1"/>
                    </a:moveTo>
                    <a:cubicBezTo>
                      <a:pt x="194" y="1"/>
                      <a:pt x="124" y="44"/>
                      <a:pt x="96" y="108"/>
                    </a:cubicBezTo>
                    <a:cubicBezTo>
                      <a:pt x="25" y="323"/>
                      <a:pt x="1" y="549"/>
                      <a:pt x="1" y="763"/>
                    </a:cubicBezTo>
                    <a:cubicBezTo>
                      <a:pt x="1" y="1882"/>
                      <a:pt x="906" y="2787"/>
                      <a:pt x="2013" y="2787"/>
                    </a:cubicBezTo>
                    <a:cubicBezTo>
                      <a:pt x="2454" y="2787"/>
                      <a:pt x="2846" y="2656"/>
                      <a:pt x="3204" y="2406"/>
                    </a:cubicBezTo>
                    <a:cubicBezTo>
                      <a:pt x="3287" y="2347"/>
                      <a:pt x="3311" y="2239"/>
                      <a:pt x="3251" y="2156"/>
                    </a:cubicBezTo>
                    <a:cubicBezTo>
                      <a:pt x="3214" y="2104"/>
                      <a:pt x="3159" y="2075"/>
                      <a:pt x="3102" y="2075"/>
                    </a:cubicBezTo>
                    <a:cubicBezTo>
                      <a:pt x="3068" y="2075"/>
                      <a:pt x="3033" y="2086"/>
                      <a:pt x="3001" y="2108"/>
                    </a:cubicBezTo>
                    <a:cubicBezTo>
                      <a:pt x="2715" y="2311"/>
                      <a:pt x="2370" y="2418"/>
                      <a:pt x="2037" y="2418"/>
                    </a:cubicBezTo>
                    <a:cubicBezTo>
                      <a:pt x="1108" y="2418"/>
                      <a:pt x="370" y="1680"/>
                      <a:pt x="370" y="751"/>
                    </a:cubicBezTo>
                    <a:cubicBezTo>
                      <a:pt x="370" y="573"/>
                      <a:pt x="394" y="382"/>
                      <a:pt x="453" y="215"/>
                    </a:cubicBezTo>
                    <a:cubicBezTo>
                      <a:pt x="477" y="144"/>
                      <a:pt x="406" y="37"/>
                      <a:pt x="322" y="13"/>
                    </a:cubicBezTo>
                    <a:cubicBezTo>
                      <a:pt x="303" y="5"/>
                      <a:pt x="283" y="1"/>
                      <a:pt x="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4" name="Google Shape;3754;p42"/>
              <p:cNvSpPr/>
              <p:nvPr/>
            </p:nvSpPr>
            <p:spPr>
              <a:xfrm>
                <a:off x="6245633" y="3069248"/>
                <a:ext cx="186110" cy="186874"/>
              </a:xfrm>
              <a:custGeom>
                <a:avLst/>
                <a:gdLst/>
                <a:ahLst/>
                <a:cxnLst/>
                <a:rect l="l" t="t" r="r" b="b"/>
                <a:pathLst>
                  <a:path w="5847" h="5871" extrusionOk="0">
                    <a:moveTo>
                      <a:pt x="2751" y="1"/>
                    </a:moveTo>
                    <a:cubicBezTo>
                      <a:pt x="2549" y="1"/>
                      <a:pt x="2370" y="144"/>
                      <a:pt x="2335" y="346"/>
                    </a:cubicBezTo>
                    <a:lnTo>
                      <a:pt x="2227" y="858"/>
                    </a:lnTo>
                    <a:cubicBezTo>
                      <a:pt x="2144" y="894"/>
                      <a:pt x="2037" y="941"/>
                      <a:pt x="1965" y="977"/>
                    </a:cubicBezTo>
                    <a:lnTo>
                      <a:pt x="1513" y="680"/>
                    </a:lnTo>
                    <a:cubicBezTo>
                      <a:pt x="1449" y="631"/>
                      <a:pt x="1372" y="608"/>
                      <a:pt x="1293" y="608"/>
                    </a:cubicBezTo>
                    <a:cubicBezTo>
                      <a:pt x="1179" y="608"/>
                      <a:pt x="1061" y="655"/>
                      <a:pt x="977" y="739"/>
                    </a:cubicBezTo>
                    <a:lnTo>
                      <a:pt x="739" y="977"/>
                    </a:lnTo>
                    <a:cubicBezTo>
                      <a:pt x="596" y="1132"/>
                      <a:pt x="584" y="1346"/>
                      <a:pt x="680" y="1513"/>
                    </a:cubicBezTo>
                    <a:lnTo>
                      <a:pt x="977" y="1965"/>
                    </a:lnTo>
                    <a:cubicBezTo>
                      <a:pt x="918" y="2084"/>
                      <a:pt x="882" y="2215"/>
                      <a:pt x="834" y="2346"/>
                    </a:cubicBezTo>
                    <a:cubicBezTo>
                      <a:pt x="799" y="2442"/>
                      <a:pt x="858" y="2537"/>
                      <a:pt x="953" y="2573"/>
                    </a:cubicBezTo>
                    <a:cubicBezTo>
                      <a:pt x="968" y="2579"/>
                      <a:pt x="984" y="2582"/>
                      <a:pt x="1000" y="2582"/>
                    </a:cubicBezTo>
                    <a:cubicBezTo>
                      <a:pt x="1073" y="2582"/>
                      <a:pt x="1150" y="2522"/>
                      <a:pt x="1180" y="2454"/>
                    </a:cubicBezTo>
                    <a:cubicBezTo>
                      <a:pt x="1215" y="2323"/>
                      <a:pt x="1263" y="2192"/>
                      <a:pt x="1334" y="2049"/>
                    </a:cubicBezTo>
                    <a:cubicBezTo>
                      <a:pt x="1370" y="1989"/>
                      <a:pt x="1370" y="1918"/>
                      <a:pt x="1334" y="1858"/>
                    </a:cubicBezTo>
                    <a:lnTo>
                      <a:pt x="977" y="1322"/>
                    </a:lnTo>
                    <a:cubicBezTo>
                      <a:pt x="965" y="1287"/>
                      <a:pt x="965" y="1263"/>
                      <a:pt x="1001" y="1239"/>
                    </a:cubicBezTo>
                    <a:lnTo>
                      <a:pt x="1239" y="989"/>
                    </a:lnTo>
                    <a:cubicBezTo>
                      <a:pt x="1253" y="975"/>
                      <a:pt x="1271" y="969"/>
                      <a:pt x="1288" y="969"/>
                    </a:cubicBezTo>
                    <a:cubicBezTo>
                      <a:pt x="1301" y="969"/>
                      <a:pt x="1313" y="972"/>
                      <a:pt x="1322" y="977"/>
                    </a:cubicBezTo>
                    <a:lnTo>
                      <a:pt x="1858" y="1334"/>
                    </a:lnTo>
                    <a:cubicBezTo>
                      <a:pt x="1888" y="1358"/>
                      <a:pt x="1921" y="1370"/>
                      <a:pt x="1954" y="1370"/>
                    </a:cubicBezTo>
                    <a:cubicBezTo>
                      <a:pt x="1986" y="1370"/>
                      <a:pt x="2019" y="1358"/>
                      <a:pt x="2049" y="1334"/>
                    </a:cubicBezTo>
                    <a:cubicBezTo>
                      <a:pt x="2168" y="1263"/>
                      <a:pt x="2323" y="1203"/>
                      <a:pt x="2454" y="1168"/>
                    </a:cubicBezTo>
                    <a:cubicBezTo>
                      <a:pt x="2513" y="1156"/>
                      <a:pt x="2573" y="1096"/>
                      <a:pt x="2585" y="1037"/>
                    </a:cubicBezTo>
                    <a:lnTo>
                      <a:pt x="2704" y="418"/>
                    </a:lnTo>
                    <a:cubicBezTo>
                      <a:pt x="2704" y="382"/>
                      <a:pt x="2739" y="358"/>
                      <a:pt x="2775" y="358"/>
                    </a:cubicBezTo>
                    <a:lnTo>
                      <a:pt x="3120" y="358"/>
                    </a:lnTo>
                    <a:cubicBezTo>
                      <a:pt x="3156" y="358"/>
                      <a:pt x="3180" y="382"/>
                      <a:pt x="3192" y="418"/>
                    </a:cubicBezTo>
                    <a:lnTo>
                      <a:pt x="3311" y="1037"/>
                    </a:lnTo>
                    <a:cubicBezTo>
                      <a:pt x="3335" y="1096"/>
                      <a:pt x="3370" y="1156"/>
                      <a:pt x="3454" y="1168"/>
                    </a:cubicBezTo>
                    <a:cubicBezTo>
                      <a:pt x="3585" y="1215"/>
                      <a:pt x="3716" y="1263"/>
                      <a:pt x="3847" y="1334"/>
                    </a:cubicBezTo>
                    <a:cubicBezTo>
                      <a:pt x="3882" y="1352"/>
                      <a:pt x="3918" y="1361"/>
                      <a:pt x="3952" y="1361"/>
                    </a:cubicBezTo>
                    <a:cubicBezTo>
                      <a:pt x="3987" y="1361"/>
                      <a:pt x="4019" y="1352"/>
                      <a:pt x="4049" y="1334"/>
                    </a:cubicBezTo>
                    <a:lnTo>
                      <a:pt x="4585" y="977"/>
                    </a:lnTo>
                    <a:cubicBezTo>
                      <a:pt x="4595" y="972"/>
                      <a:pt x="4607" y="969"/>
                      <a:pt x="4619" y="969"/>
                    </a:cubicBezTo>
                    <a:cubicBezTo>
                      <a:pt x="4636" y="969"/>
                      <a:pt x="4654" y="975"/>
                      <a:pt x="4668" y="989"/>
                    </a:cubicBezTo>
                    <a:lnTo>
                      <a:pt x="4906" y="1239"/>
                    </a:lnTo>
                    <a:cubicBezTo>
                      <a:pt x="4942" y="1263"/>
                      <a:pt x="4942" y="1287"/>
                      <a:pt x="4918" y="1322"/>
                    </a:cubicBezTo>
                    <a:lnTo>
                      <a:pt x="4561" y="1858"/>
                    </a:lnTo>
                    <a:cubicBezTo>
                      <a:pt x="4525" y="1918"/>
                      <a:pt x="4525" y="1989"/>
                      <a:pt x="4561" y="2049"/>
                    </a:cubicBezTo>
                    <a:cubicBezTo>
                      <a:pt x="4644" y="2168"/>
                      <a:pt x="4704" y="2323"/>
                      <a:pt x="4728" y="2454"/>
                    </a:cubicBezTo>
                    <a:cubicBezTo>
                      <a:pt x="4740" y="2513"/>
                      <a:pt x="4799" y="2573"/>
                      <a:pt x="4859" y="2585"/>
                    </a:cubicBezTo>
                    <a:lnTo>
                      <a:pt x="5490" y="2704"/>
                    </a:lnTo>
                    <a:cubicBezTo>
                      <a:pt x="5513" y="2704"/>
                      <a:pt x="5549" y="2739"/>
                      <a:pt x="5549" y="2775"/>
                    </a:cubicBezTo>
                    <a:lnTo>
                      <a:pt x="5549" y="3120"/>
                    </a:lnTo>
                    <a:cubicBezTo>
                      <a:pt x="5549" y="3156"/>
                      <a:pt x="5513" y="3180"/>
                      <a:pt x="5490" y="3192"/>
                    </a:cubicBezTo>
                    <a:lnTo>
                      <a:pt x="4859" y="3311"/>
                    </a:lnTo>
                    <a:cubicBezTo>
                      <a:pt x="4799" y="3335"/>
                      <a:pt x="4740" y="3370"/>
                      <a:pt x="4728" y="3454"/>
                    </a:cubicBezTo>
                    <a:cubicBezTo>
                      <a:pt x="4680" y="3585"/>
                      <a:pt x="4644" y="3716"/>
                      <a:pt x="4561" y="3847"/>
                    </a:cubicBezTo>
                    <a:cubicBezTo>
                      <a:pt x="4537" y="3906"/>
                      <a:pt x="4537" y="3989"/>
                      <a:pt x="4561" y="4049"/>
                    </a:cubicBezTo>
                    <a:lnTo>
                      <a:pt x="4918" y="4585"/>
                    </a:lnTo>
                    <a:cubicBezTo>
                      <a:pt x="4942" y="4609"/>
                      <a:pt x="4942" y="4644"/>
                      <a:pt x="4906" y="4668"/>
                    </a:cubicBezTo>
                    <a:lnTo>
                      <a:pt x="4668" y="4906"/>
                    </a:lnTo>
                    <a:cubicBezTo>
                      <a:pt x="4655" y="4926"/>
                      <a:pt x="4638" y="4935"/>
                      <a:pt x="4622" y="4935"/>
                    </a:cubicBezTo>
                    <a:cubicBezTo>
                      <a:pt x="4609" y="4935"/>
                      <a:pt x="4595" y="4929"/>
                      <a:pt x="4585" y="4918"/>
                    </a:cubicBezTo>
                    <a:lnTo>
                      <a:pt x="4049" y="4561"/>
                    </a:lnTo>
                    <a:cubicBezTo>
                      <a:pt x="4019" y="4543"/>
                      <a:pt x="3984" y="4534"/>
                      <a:pt x="3948" y="4534"/>
                    </a:cubicBezTo>
                    <a:cubicBezTo>
                      <a:pt x="3912" y="4534"/>
                      <a:pt x="3876" y="4543"/>
                      <a:pt x="3847" y="4561"/>
                    </a:cubicBezTo>
                    <a:cubicBezTo>
                      <a:pt x="3728" y="4644"/>
                      <a:pt x="3585" y="4704"/>
                      <a:pt x="3454" y="4728"/>
                    </a:cubicBezTo>
                    <a:cubicBezTo>
                      <a:pt x="3394" y="4751"/>
                      <a:pt x="3335" y="4811"/>
                      <a:pt x="3311" y="4859"/>
                    </a:cubicBezTo>
                    <a:lnTo>
                      <a:pt x="3192" y="5490"/>
                    </a:lnTo>
                    <a:cubicBezTo>
                      <a:pt x="3192" y="5525"/>
                      <a:pt x="3168" y="5549"/>
                      <a:pt x="3120" y="5549"/>
                    </a:cubicBezTo>
                    <a:lnTo>
                      <a:pt x="2775" y="5549"/>
                    </a:lnTo>
                    <a:cubicBezTo>
                      <a:pt x="2751" y="5549"/>
                      <a:pt x="2716" y="5513"/>
                      <a:pt x="2704" y="5490"/>
                    </a:cubicBezTo>
                    <a:lnTo>
                      <a:pt x="2585" y="4859"/>
                    </a:lnTo>
                    <a:cubicBezTo>
                      <a:pt x="2573" y="4811"/>
                      <a:pt x="2525" y="4751"/>
                      <a:pt x="2454" y="4728"/>
                    </a:cubicBezTo>
                    <a:cubicBezTo>
                      <a:pt x="2323" y="4692"/>
                      <a:pt x="2180" y="4644"/>
                      <a:pt x="2049" y="4561"/>
                    </a:cubicBezTo>
                    <a:cubicBezTo>
                      <a:pt x="2019" y="4549"/>
                      <a:pt x="1986" y="4543"/>
                      <a:pt x="1954" y="4543"/>
                    </a:cubicBezTo>
                    <a:cubicBezTo>
                      <a:pt x="1921" y="4543"/>
                      <a:pt x="1888" y="4549"/>
                      <a:pt x="1858" y="4561"/>
                    </a:cubicBezTo>
                    <a:lnTo>
                      <a:pt x="1322" y="4918"/>
                    </a:lnTo>
                    <a:cubicBezTo>
                      <a:pt x="1306" y="4929"/>
                      <a:pt x="1293" y="4935"/>
                      <a:pt x="1280" y="4935"/>
                    </a:cubicBezTo>
                    <a:cubicBezTo>
                      <a:pt x="1265" y="4935"/>
                      <a:pt x="1252" y="4926"/>
                      <a:pt x="1239" y="4906"/>
                    </a:cubicBezTo>
                    <a:lnTo>
                      <a:pt x="1001" y="4668"/>
                    </a:lnTo>
                    <a:cubicBezTo>
                      <a:pt x="965" y="4644"/>
                      <a:pt x="965" y="4609"/>
                      <a:pt x="977" y="4585"/>
                    </a:cubicBezTo>
                    <a:lnTo>
                      <a:pt x="1334" y="4049"/>
                    </a:lnTo>
                    <a:cubicBezTo>
                      <a:pt x="1382" y="3989"/>
                      <a:pt x="1382" y="3906"/>
                      <a:pt x="1334" y="3847"/>
                    </a:cubicBezTo>
                    <a:cubicBezTo>
                      <a:pt x="1263" y="3728"/>
                      <a:pt x="1203" y="3585"/>
                      <a:pt x="1180" y="3454"/>
                    </a:cubicBezTo>
                    <a:cubicBezTo>
                      <a:pt x="1156" y="3394"/>
                      <a:pt x="1096" y="3335"/>
                      <a:pt x="1037" y="3311"/>
                    </a:cubicBezTo>
                    <a:lnTo>
                      <a:pt x="418" y="3192"/>
                    </a:lnTo>
                    <a:cubicBezTo>
                      <a:pt x="382" y="3192"/>
                      <a:pt x="358" y="3168"/>
                      <a:pt x="358" y="3120"/>
                    </a:cubicBezTo>
                    <a:lnTo>
                      <a:pt x="358" y="2775"/>
                    </a:lnTo>
                    <a:cubicBezTo>
                      <a:pt x="358" y="2751"/>
                      <a:pt x="382" y="2727"/>
                      <a:pt x="418" y="2704"/>
                    </a:cubicBezTo>
                    <a:lnTo>
                      <a:pt x="465" y="2692"/>
                    </a:lnTo>
                    <a:cubicBezTo>
                      <a:pt x="560" y="2680"/>
                      <a:pt x="620" y="2573"/>
                      <a:pt x="596" y="2477"/>
                    </a:cubicBezTo>
                    <a:cubicBezTo>
                      <a:pt x="586" y="2396"/>
                      <a:pt x="507" y="2341"/>
                      <a:pt x="425" y="2341"/>
                    </a:cubicBezTo>
                    <a:cubicBezTo>
                      <a:pt x="411" y="2341"/>
                      <a:pt x="396" y="2343"/>
                      <a:pt x="382" y="2346"/>
                    </a:cubicBezTo>
                    <a:lnTo>
                      <a:pt x="346" y="2370"/>
                    </a:lnTo>
                    <a:cubicBezTo>
                      <a:pt x="144" y="2406"/>
                      <a:pt x="1" y="2585"/>
                      <a:pt x="1" y="2775"/>
                    </a:cubicBezTo>
                    <a:lnTo>
                      <a:pt x="1" y="3120"/>
                    </a:lnTo>
                    <a:cubicBezTo>
                      <a:pt x="1" y="3335"/>
                      <a:pt x="144" y="3513"/>
                      <a:pt x="346" y="3537"/>
                    </a:cubicBezTo>
                    <a:lnTo>
                      <a:pt x="858" y="3644"/>
                    </a:lnTo>
                    <a:cubicBezTo>
                      <a:pt x="894" y="3728"/>
                      <a:pt x="941" y="3835"/>
                      <a:pt x="977" y="3906"/>
                    </a:cubicBezTo>
                    <a:lnTo>
                      <a:pt x="680" y="4359"/>
                    </a:lnTo>
                    <a:cubicBezTo>
                      <a:pt x="560" y="4525"/>
                      <a:pt x="596" y="4763"/>
                      <a:pt x="739" y="4894"/>
                    </a:cubicBezTo>
                    <a:lnTo>
                      <a:pt x="977" y="5132"/>
                    </a:lnTo>
                    <a:cubicBezTo>
                      <a:pt x="1067" y="5216"/>
                      <a:pt x="1182" y="5259"/>
                      <a:pt x="1292" y="5259"/>
                    </a:cubicBezTo>
                    <a:cubicBezTo>
                      <a:pt x="1371" y="5259"/>
                      <a:pt x="1448" y="5237"/>
                      <a:pt x="1513" y="5192"/>
                    </a:cubicBezTo>
                    <a:lnTo>
                      <a:pt x="1965" y="4894"/>
                    </a:lnTo>
                    <a:cubicBezTo>
                      <a:pt x="2049" y="4942"/>
                      <a:pt x="2144" y="4978"/>
                      <a:pt x="2227" y="5013"/>
                    </a:cubicBezTo>
                    <a:lnTo>
                      <a:pt x="2335" y="5537"/>
                    </a:lnTo>
                    <a:cubicBezTo>
                      <a:pt x="2382" y="5728"/>
                      <a:pt x="2561" y="5871"/>
                      <a:pt x="2751" y="5871"/>
                    </a:cubicBezTo>
                    <a:lnTo>
                      <a:pt x="3097" y="5871"/>
                    </a:lnTo>
                    <a:cubicBezTo>
                      <a:pt x="3299" y="5871"/>
                      <a:pt x="3478" y="5728"/>
                      <a:pt x="3513" y="5537"/>
                    </a:cubicBezTo>
                    <a:lnTo>
                      <a:pt x="3620" y="5013"/>
                    </a:lnTo>
                    <a:cubicBezTo>
                      <a:pt x="3704" y="4978"/>
                      <a:pt x="3811" y="4942"/>
                      <a:pt x="3882" y="4894"/>
                    </a:cubicBezTo>
                    <a:lnTo>
                      <a:pt x="4323" y="5192"/>
                    </a:lnTo>
                    <a:cubicBezTo>
                      <a:pt x="4391" y="5241"/>
                      <a:pt x="4472" y="5264"/>
                      <a:pt x="4552" y="5264"/>
                    </a:cubicBezTo>
                    <a:cubicBezTo>
                      <a:pt x="4667" y="5264"/>
                      <a:pt x="4781" y="5217"/>
                      <a:pt x="4859" y="5132"/>
                    </a:cubicBezTo>
                    <a:lnTo>
                      <a:pt x="5097" y="4894"/>
                    </a:lnTo>
                    <a:cubicBezTo>
                      <a:pt x="5252" y="4740"/>
                      <a:pt x="5263" y="4525"/>
                      <a:pt x="5156" y="4359"/>
                    </a:cubicBezTo>
                    <a:lnTo>
                      <a:pt x="4859" y="3906"/>
                    </a:lnTo>
                    <a:cubicBezTo>
                      <a:pt x="4906" y="3823"/>
                      <a:pt x="4954" y="3728"/>
                      <a:pt x="4978" y="3644"/>
                    </a:cubicBezTo>
                    <a:lnTo>
                      <a:pt x="5502" y="3537"/>
                    </a:lnTo>
                    <a:cubicBezTo>
                      <a:pt x="5692" y="3489"/>
                      <a:pt x="5847" y="3311"/>
                      <a:pt x="5847" y="3120"/>
                    </a:cubicBezTo>
                    <a:lnTo>
                      <a:pt x="5847" y="2775"/>
                    </a:lnTo>
                    <a:cubicBezTo>
                      <a:pt x="5847" y="2549"/>
                      <a:pt x="5716" y="2382"/>
                      <a:pt x="5502" y="2334"/>
                    </a:cubicBezTo>
                    <a:lnTo>
                      <a:pt x="4990" y="2227"/>
                    </a:lnTo>
                    <a:cubicBezTo>
                      <a:pt x="4954" y="2144"/>
                      <a:pt x="4906" y="2037"/>
                      <a:pt x="4871" y="1965"/>
                    </a:cubicBezTo>
                    <a:lnTo>
                      <a:pt x="5168" y="1513"/>
                    </a:lnTo>
                    <a:cubicBezTo>
                      <a:pt x="5287" y="1346"/>
                      <a:pt x="5252" y="1108"/>
                      <a:pt x="5109" y="977"/>
                    </a:cubicBezTo>
                    <a:lnTo>
                      <a:pt x="4871" y="739"/>
                    </a:lnTo>
                    <a:cubicBezTo>
                      <a:pt x="4780" y="656"/>
                      <a:pt x="4666" y="613"/>
                      <a:pt x="4555" y="613"/>
                    </a:cubicBezTo>
                    <a:cubicBezTo>
                      <a:pt x="4476" y="613"/>
                      <a:pt x="4399" y="635"/>
                      <a:pt x="4335" y="680"/>
                    </a:cubicBezTo>
                    <a:lnTo>
                      <a:pt x="3882" y="977"/>
                    </a:lnTo>
                    <a:cubicBezTo>
                      <a:pt x="3799" y="941"/>
                      <a:pt x="3704" y="894"/>
                      <a:pt x="3620" y="858"/>
                    </a:cubicBezTo>
                    <a:lnTo>
                      <a:pt x="3513" y="346"/>
                    </a:lnTo>
                    <a:cubicBezTo>
                      <a:pt x="3466" y="144"/>
                      <a:pt x="3287" y="1"/>
                      <a:pt x="30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5" name="Google Shape;3755;p42"/>
              <p:cNvSpPr/>
              <p:nvPr/>
            </p:nvSpPr>
            <p:spPr>
              <a:xfrm>
                <a:off x="6305888" y="3129884"/>
                <a:ext cx="64488" cy="64456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2025" extrusionOk="0">
                    <a:moveTo>
                      <a:pt x="1013" y="1"/>
                    </a:moveTo>
                    <a:cubicBezTo>
                      <a:pt x="453" y="1"/>
                      <a:pt x="1" y="441"/>
                      <a:pt x="1" y="1013"/>
                    </a:cubicBezTo>
                    <a:cubicBezTo>
                      <a:pt x="1" y="1561"/>
                      <a:pt x="442" y="2025"/>
                      <a:pt x="1013" y="2025"/>
                    </a:cubicBezTo>
                    <a:cubicBezTo>
                      <a:pt x="1227" y="2025"/>
                      <a:pt x="1442" y="1942"/>
                      <a:pt x="1620" y="1811"/>
                    </a:cubicBezTo>
                    <a:cubicBezTo>
                      <a:pt x="1692" y="1751"/>
                      <a:pt x="1704" y="1632"/>
                      <a:pt x="1644" y="1561"/>
                    </a:cubicBezTo>
                    <a:cubicBezTo>
                      <a:pt x="1608" y="1517"/>
                      <a:pt x="1549" y="1491"/>
                      <a:pt x="1493" y="1491"/>
                    </a:cubicBezTo>
                    <a:cubicBezTo>
                      <a:pt x="1457" y="1491"/>
                      <a:pt x="1422" y="1502"/>
                      <a:pt x="1394" y="1525"/>
                    </a:cubicBezTo>
                    <a:cubicBezTo>
                      <a:pt x="1275" y="1620"/>
                      <a:pt x="1144" y="1668"/>
                      <a:pt x="989" y="1668"/>
                    </a:cubicBezTo>
                    <a:cubicBezTo>
                      <a:pt x="632" y="1668"/>
                      <a:pt x="358" y="1370"/>
                      <a:pt x="358" y="1025"/>
                    </a:cubicBezTo>
                    <a:cubicBezTo>
                      <a:pt x="382" y="668"/>
                      <a:pt x="668" y="370"/>
                      <a:pt x="1025" y="370"/>
                    </a:cubicBezTo>
                    <a:cubicBezTo>
                      <a:pt x="1382" y="370"/>
                      <a:pt x="1668" y="668"/>
                      <a:pt x="1668" y="1013"/>
                    </a:cubicBezTo>
                    <a:cubicBezTo>
                      <a:pt x="1668" y="1120"/>
                      <a:pt x="1739" y="1191"/>
                      <a:pt x="1846" y="1191"/>
                    </a:cubicBezTo>
                    <a:cubicBezTo>
                      <a:pt x="1942" y="1191"/>
                      <a:pt x="2025" y="1120"/>
                      <a:pt x="2025" y="1013"/>
                    </a:cubicBezTo>
                    <a:cubicBezTo>
                      <a:pt x="2025" y="453"/>
                      <a:pt x="1573" y="1"/>
                      <a:pt x="10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6" name="Google Shape;3756;p42"/>
              <p:cNvSpPr/>
              <p:nvPr/>
            </p:nvSpPr>
            <p:spPr>
              <a:xfrm>
                <a:off x="6173634" y="2997631"/>
                <a:ext cx="70153" cy="70153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2204" extrusionOk="0">
                    <a:moveTo>
                      <a:pt x="1096" y="370"/>
                    </a:moveTo>
                    <a:cubicBezTo>
                      <a:pt x="1501" y="370"/>
                      <a:pt x="1834" y="703"/>
                      <a:pt x="1834" y="1108"/>
                    </a:cubicBezTo>
                    <a:cubicBezTo>
                      <a:pt x="1834" y="1501"/>
                      <a:pt x="1501" y="1834"/>
                      <a:pt x="1096" y="1834"/>
                    </a:cubicBezTo>
                    <a:cubicBezTo>
                      <a:pt x="691" y="1834"/>
                      <a:pt x="370" y="1501"/>
                      <a:pt x="370" y="1108"/>
                    </a:cubicBezTo>
                    <a:cubicBezTo>
                      <a:pt x="370" y="703"/>
                      <a:pt x="703" y="370"/>
                      <a:pt x="1096" y="370"/>
                    </a:cubicBezTo>
                    <a:close/>
                    <a:moveTo>
                      <a:pt x="1096" y="1"/>
                    </a:moveTo>
                    <a:cubicBezTo>
                      <a:pt x="489" y="1"/>
                      <a:pt x="1" y="489"/>
                      <a:pt x="1" y="1108"/>
                    </a:cubicBezTo>
                    <a:cubicBezTo>
                      <a:pt x="1" y="1715"/>
                      <a:pt x="489" y="2203"/>
                      <a:pt x="1096" y="2203"/>
                    </a:cubicBezTo>
                    <a:cubicBezTo>
                      <a:pt x="1715" y="2191"/>
                      <a:pt x="2203" y="1703"/>
                      <a:pt x="2203" y="1108"/>
                    </a:cubicBezTo>
                    <a:cubicBezTo>
                      <a:pt x="2203" y="489"/>
                      <a:pt x="1715" y="1"/>
                      <a:pt x="10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57" name="Google Shape;3757;p42"/>
          <p:cNvSpPr txBox="1">
            <a:spLocks noGrp="1"/>
          </p:cNvSpPr>
          <p:nvPr>
            <p:ph type="title" idx="3"/>
          </p:nvPr>
        </p:nvSpPr>
        <p:spPr>
          <a:xfrm>
            <a:off x="5455153" y="3684599"/>
            <a:ext cx="2006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00"/>
                </a:solidFill>
                <a:latin typeface="Arial Black" panose="020B0A04020102020204" pitchFamily="34" charset="0"/>
              </a:rPr>
              <a:t>Ethical Conduct</a:t>
            </a:r>
            <a:endParaRPr sz="1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758" name="Google Shape;3758;p42"/>
          <p:cNvSpPr txBox="1">
            <a:spLocks noGrp="1"/>
          </p:cNvSpPr>
          <p:nvPr>
            <p:ph type="subTitle" idx="4"/>
          </p:nvPr>
        </p:nvSpPr>
        <p:spPr>
          <a:xfrm>
            <a:off x="5181063" y="3988758"/>
            <a:ext cx="24366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</a:rPr>
              <a:t>Tests are conducted by skilled, certified professionals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3" name="Google Shape;3763;p43"/>
          <p:cNvSpPr txBox="1">
            <a:spLocks noGrp="1"/>
          </p:cNvSpPr>
          <p:nvPr>
            <p:ph type="title"/>
          </p:nvPr>
        </p:nvSpPr>
        <p:spPr>
          <a:xfrm>
            <a:off x="667275" y="1967775"/>
            <a:ext cx="46710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FF00"/>
                </a:solidFill>
                <a:latin typeface="Arial Black" panose="020B0A04020102020204" pitchFamily="34" charset="0"/>
              </a:rPr>
              <a:t>Penetration Testing Process</a:t>
            </a:r>
            <a:endParaRPr sz="3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764" name="Google Shape;3764;p43"/>
          <p:cNvSpPr/>
          <p:nvPr/>
        </p:nvSpPr>
        <p:spPr>
          <a:xfrm>
            <a:off x="1828516" y="229425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65" name="Google Shape;3765;p43"/>
          <p:cNvGrpSpPr/>
          <p:nvPr/>
        </p:nvGrpSpPr>
        <p:grpSpPr>
          <a:xfrm>
            <a:off x="5221371" y="4023580"/>
            <a:ext cx="2227588" cy="726522"/>
            <a:chOff x="5608450" y="1680311"/>
            <a:chExt cx="1039375" cy="338989"/>
          </a:xfrm>
        </p:grpSpPr>
        <p:sp>
          <p:nvSpPr>
            <p:cNvPr id="3766" name="Google Shape;3766;p43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43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43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43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43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43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43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43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43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43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43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43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43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43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43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43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43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43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43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43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43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43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43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43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43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43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43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43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43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43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43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43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43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43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43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43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2" name="Google Shape;3802;p43"/>
          <p:cNvGrpSpPr/>
          <p:nvPr/>
        </p:nvGrpSpPr>
        <p:grpSpPr>
          <a:xfrm rot="5400000">
            <a:off x="7190880" y="809566"/>
            <a:ext cx="2227589" cy="1527191"/>
            <a:chOff x="5519300" y="372750"/>
            <a:chExt cx="1039375" cy="712575"/>
          </a:xfrm>
        </p:grpSpPr>
        <p:sp>
          <p:nvSpPr>
            <p:cNvPr id="3803" name="Google Shape;3803;p4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4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4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4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4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4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4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4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4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4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4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4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4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4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4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4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4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4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4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4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4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4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4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4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4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4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4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4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4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4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4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4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4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4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4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4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4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4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4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4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4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4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4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4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4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4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4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4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4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4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4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4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4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4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4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4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4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4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4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4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4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4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4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4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4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4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4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70" name="Google Shape;3870;p43"/>
          <p:cNvSpPr txBox="1">
            <a:spLocks noGrp="1"/>
          </p:cNvSpPr>
          <p:nvPr>
            <p:ph type="title" idx="2"/>
          </p:nvPr>
        </p:nvSpPr>
        <p:spPr>
          <a:xfrm>
            <a:off x="2126266" y="692613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3871" name="Google Shape;387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946" y="68050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2" name="Google Shape;38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4025" y="3596918"/>
            <a:ext cx="1527200" cy="109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3" name="Google Shape;387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150" y="1944682"/>
            <a:ext cx="841200" cy="60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4" name="Google Shape;387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71477" y="1465850"/>
            <a:ext cx="1743550" cy="291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5" name="Google Shape;387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9349" y="2720712"/>
            <a:ext cx="936775" cy="123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" name="Google Shape;3880;p44"/>
          <p:cNvSpPr txBox="1">
            <a:spLocks noGrp="1"/>
          </p:cNvSpPr>
          <p:nvPr>
            <p:ph type="title"/>
          </p:nvPr>
        </p:nvSpPr>
        <p:spPr>
          <a:xfrm>
            <a:off x="851474" y="5042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00"/>
                </a:solidFill>
                <a:latin typeface="Arial Black" panose="020B0A04020102020204" pitchFamily="34" charset="0"/>
              </a:rPr>
              <a:t>Step 1: Reconnaisse and Planning</a:t>
            </a:r>
            <a:endParaRPr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881" name="Google Shape;3881;p44"/>
          <p:cNvSpPr txBox="1">
            <a:spLocks noGrp="1"/>
          </p:cNvSpPr>
          <p:nvPr>
            <p:ph type="subTitle" idx="2"/>
          </p:nvPr>
        </p:nvSpPr>
        <p:spPr>
          <a:xfrm>
            <a:off x="1345350" y="2767661"/>
            <a:ext cx="6453300" cy="15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100" dirty="0"/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</a:rPr>
              <a:t>The IP found using shodan.io was used in conjunction with the </a:t>
            </a:r>
            <a:r>
              <a:rPr lang="en" sz="1200" b="1" i="1" dirty="0">
                <a:latin typeface="Roboto" panose="02000000000000000000" pitchFamily="2" charset="0"/>
                <a:ea typeface="Roboto" panose="02000000000000000000" pitchFamily="2" charset="0"/>
              </a:rPr>
              <a:t>nmap framework</a:t>
            </a: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</a:rPr>
              <a:t> in order to find open the open ports related to the IP address. 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</a:rPr>
              <a:t>Once completed, the scan showed us the port numbers and its state, whether it was open or not. </a:t>
            </a:r>
            <a:endParaRPr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882" name="Google Shape;388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050" y="1147433"/>
            <a:ext cx="5341900" cy="21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7" name="Google Shape;3887;p45"/>
          <p:cNvSpPr txBox="1">
            <a:spLocks noGrp="1"/>
          </p:cNvSpPr>
          <p:nvPr>
            <p:ph type="title"/>
          </p:nvPr>
        </p:nvSpPr>
        <p:spPr>
          <a:xfrm>
            <a:off x="1041990" y="264272"/>
            <a:ext cx="741005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00"/>
                </a:solidFill>
                <a:latin typeface="Arial Black" panose="020B0A04020102020204" pitchFamily="34" charset="0"/>
              </a:rPr>
              <a:t>Step 2: Scanning for Current Vulnerabilities</a:t>
            </a:r>
            <a:endParaRPr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888" name="Google Shape;3888;p45"/>
          <p:cNvSpPr txBox="1">
            <a:spLocks noGrp="1"/>
          </p:cNvSpPr>
          <p:nvPr>
            <p:ph type="subTitle" idx="2"/>
          </p:nvPr>
        </p:nvSpPr>
        <p:spPr>
          <a:xfrm>
            <a:off x="5116475" y="1262962"/>
            <a:ext cx="3047400" cy="37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dirty="0">
                <a:latin typeface="Roboto" panose="02000000000000000000" pitchFamily="2" charset="0"/>
                <a:ea typeface="Roboto" panose="02000000000000000000" pitchFamily="2" charset="0"/>
              </a:rPr>
              <a:t>Based on the Scan results, it was concluded that there were no CURRENT vulnerabilities detected</a:t>
            </a:r>
          </a:p>
          <a:p>
            <a:pPr marL="1270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</a:pP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lvl="0" indent="-33020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dirty="0">
                <a:latin typeface="Roboto" panose="02000000000000000000" pitchFamily="2" charset="0"/>
                <a:ea typeface="Roboto" panose="02000000000000000000" pitchFamily="2" charset="0"/>
              </a:rPr>
              <a:t>This information meant that further steps in the Penetration testing could not take place</a:t>
            </a:r>
            <a:r>
              <a:rPr lang="en" sz="1600" dirty="0"/>
              <a:t>.</a:t>
            </a:r>
            <a:endParaRPr sz="1900" dirty="0"/>
          </a:p>
        </p:txBody>
      </p:sp>
      <p:pic>
        <p:nvPicPr>
          <p:cNvPr id="3889" name="Google Shape;38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775" y="1130762"/>
            <a:ext cx="4146700" cy="38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6" name="Google Shape;3396;p38"/>
          <p:cNvGrpSpPr/>
          <p:nvPr/>
        </p:nvGrpSpPr>
        <p:grpSpPr>
          <a:xfrm>
            <a:off x="6840333" y="-220281"/>
            <a:ext cx="2227588" cy="726522"/>
            <a:chOff x="3799000" y="1820400"/>
            <a:chExt cx="1039375" cy="338989"/>
          </a:xfrm>
        </p:grpSpPr>
        <p:sp>
          <p:nvSpPr>
            <p:cNvPr id="3397" name="Google Shape;3397;p3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33" name="Google Shape;3433;p38"/>
          <p:cNvSpPr/>
          <p:nvPr/>
        </p:nvSpPr>
        <p:spPr>
          <a:xfrm>
            <a:off x="2153810" y="25481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4" name="Google Shape;3434;p38"/>
          <p:cNvSpPr txBox="1">
            <a:spLocks noGrp="1"/>
          </p:cNvSpPr>
          <p:nvPr>
            <p:ph type="title"/>
          </p:nvPr>
        </p:nvSpPr>
        <p:spPr>
          <a:xfrm>
            <a:off x="4213477" y="3023288"/>
            <a:ext cx="4728423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FFFF00"/>
                </a:solidFill>
                <a:latin typeface="Arial Black" panose="020B0A04020102020204" pitchFamily="34" charset="0"/>
              </a:rPr>
              <a:t>Vulnerability</a:t>
            </a:r>
            <a:endParaRPr sz="4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435" name="Google Shape;3435;p38"/>
          <p:cNvSpPr txBox="1">
            <a:spLocks noGrp="1"/>
          </p:cNvSpPr>
          <p:nvPr>
            <p:ph type="title" idx="2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3436" name="Google Shape;343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796" y="14310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7" name="Google Shape;343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479" y="2162900"/>
            <a:ext cx="841225" cy="603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8" name="Google Shape;3438;p38"/>
          <p:cNvGrpSpPr/>
          <p:nvPr/>
        </p:nvGrpSpPr>
        <p:grpSpPr>
          <a:xfrm>
            <a:off x="7126920" y="4391944"/>
            <a:ext cx="1654413" cy="326167"/>
            <a:chOff x="2978333" y="5720819"/>
            <a:chExt cx="1654413" cy="326167"/>
          </a:xfrm>
        </p:grpSpPr>
        <p:sp>
          <p:nvSpPr>
            <p:cNvPr id="3439" name="Google Shape;3439;p38"/>
            <p:cNvSpPr/>
            <p:nvPr/>
          </p:nvSpPr>
          <p:spPr>
            <a:xfrm>
              <a:off x="4315694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8"/>
            <p:cNvSpPr/>
            <p:nvPr/>
          </p:nvSpPr>
          <p:spPr>
            <a:xfrm>
              <a:off x="450674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8"/>
            <p:cNvSpPr/>
            <p:nvPr/>
          </p:nvSpPr>
          <p:spPr>
            <a:xfrm>
              <a:off x="412464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8"/>
            <p:cNvSpPr/>
            <p:nvPr/>
          </p:nvSpPr>
          <p:spPr>
            <a:xfrm>
              <a:off x="4124643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8"/>
            <p:cNvSpPr/>
            <p:nvPr/>
          </p:nvSpPr>
          <p:spPr>
            <a:xfrm>
              <a:off x="3742539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8"/>
            <p:cNvSpPr/>
            <p:nvPr/>
          </p:nvSpPr>
          <p:spPr>
            <a:xfrm>
              <a:off x="3742539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8"/>
            <p:cNvSpPr/>
            <p:nvPr/>
          </p:nvSpPr>
          <p:spPr>
            <a:xfrm>
              <a:off x="3933591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8"/>
            <p:cNvSpPr/>
            <p:nvPr/>
          </p:nvSpPr>
          <p:spPr>
            <a:xfrm>
              <a:off x="3933591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8"/>
            <p:cNvSpPr/>
            <p:nvPr/>
          </p:nvSpPr>
          <p:spPr>
            <a:xfrm>
              <a:off x="3551488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8"/>
            <p:cNvSpPr/>
            <p:nvPr/>
          </p:nvSpPr>
          <p:spPr>
            <a:xfrm>
              <a:off x="3169384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8"/>
            <p:cNvSpPr/>
            <p:nvPr/>
          </p:nvSpPr>
          <p:spPr>
            <a:xfrm>
              <a:off x="336043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8"/>
            <p:cNvSpPr/>
            <p:nvPr/>
          </p:nvSpPr>
          <p:spPr>
            <a:xfrm>
              <a:off x="3360436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8"/>
            <p:cNvSpPr/>
            <p:nvPr/>
          </p:nvSpPr>
          <p:spPr>
            <a:xfrm>
              <a:off x="297833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52" name="Google Shape;345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8923" y="506252"/>
            <a:ext cx="1397893" cy="18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3" name="Google Shape;345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7711" y="1506500"/>
            <a:ext cx="676888" cy="10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4" name="Google Shape;3454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6451" y="405649"/>
            <a:ext cx="908150" cy="11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5" name="Google Shape;3455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2350" y="1827212"/>
            <a:ext cx="593532" cy="750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6" name="Google Shape;34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904" y="903350"/>
            <a:ext cx="841225" cy="60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7" name="Google Shape;345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404" y="1554462"/>
            <a:ext cx="841225" cy="603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3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4" name="Google Shape;3894;p46"/>
          <p:cNvSpPr txBox="1">
            <a:spLocks noGrp="1"/>
          </p:cNvSpPr>
          <p:nvPr>
            <p:ph type="title"/>
          </p:nvPr>
        </p:nvSpPr>
        <p:spPr>
          <a:xfrm>
            <a:off x="840866" y="4836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00"/>
                </a:solidFill>
                <a:latin typeface="Arial Black" panose="020B0A04020102020204" pitchFamily="34" charset="0"/>
              </a:rPr>
              <a:t>PAST VULNERABILITY ANALYSIS</a:t>
            </a:r>
            <a:endParaRPr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895" name="Google Shape;3895;p46"/>
          <p:cNvSpPr txBox="1">
            <a:spLocks noGrp="1"/>
          </p:cNvSpPr>
          <p:nvPr>
            <p:ph type="subTitle" idx="2"/>
          </p:nvPr>
        </p:nvSpPr>
        <p:spPr>
          <a:xfrm>
            <a:off x="1019200" y="1266825"/>
            <a:ext cx="6887700" cy="31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6" name="Google Shape;3896;p46" title="Screenshot 2025-05-28 at 18.00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1266825"/>
            <a:ext cx="7115174" cy="31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" name="Google Shape;3901;p47"/>
          <p:cNvSpPr txBox="1">
            <a:spLocks noGrp="1"/>
          </p:cNvSpPr>
          <p:nvPr>
            <p:ph type="title"/>
          </p:nvPr>
        </p:nvSpPr>
        <p:spPr>
          <a:xfrm>
            <a:off x="840866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00"/>
                </a:solidFill>
                <a:latin typeface="Arial Black" panose="020B0A04020102020204" pitchFamily="34" charset="0"/>
              </a:rPr>
              <a:t>Further Analysis</a:t>
            </a:r>
            <a:endParaRPr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902" name="Google Shape;3902;p47"/>
          <p:cNvSpPr txBox="1">
            <a:spLocks noGrp="1"/>
          </p:cNvSpPr>
          <p:nvPr>
            <p:ph type="subTitle" idx="1"/>
          </p:nvPr>
        </p:nvSpPr>
        <p:spPr>
          <a:xfrm>
            <a:off x="1161600" y="1554207"/>
            <a:ext cx="6820800" cy="28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b="1" dirty="0">
                <a:latin typeface="Roboto" panose="02000000000000000000" pitchFamily="2" charset="0"/>
                <a:ea typeface="Roboto" panose="02000000000000000000" pitchFamily="2" charset="0"/>
              </a:rPr>
              <a:t>Critical vulnerabilities</a:t>
            </a:r>
            <a:r>
              <a:rPr lang="en" dirty="0">
                <a:latin typeface="Roboto" panose="02000000000000000000" pitchFamily="2" charset="0"/>
                <a:ea typeface="Roboto" panose="02000000000000000000" pitchFamily="2" charset="0"/>
              </a:rPr>
              <a:t> like CVE-2024-38476 (Apache header hijack, CVSS 9.8), CVE-2022-28615 (Read beyond bounds, CVSS 9.1), and CVE-2021-44790 (Buffer Overflow, CVSS 9.8) could allow attackers to take full control of the server, manipulate data, or cause denial-of-service.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dirty="0">
                <a:latin typeface="Roboto" panose="02000000000000000000" pitchFamily="2" charset="0"/>
                <a:ea typeface="Roboto" panose="02000000000000000000" pitchFamily="2" charset="0"/>
              </a:rPr>
              <a:t>These vulnerabilities, if unpatched, pose a significant threat to web servers, especially since Apache HTTP Server is widely used, making it a prime target for exploitation.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0" name="Google Shape;4230;p50"/>
          <p:cNvGrpSpPr/>
          <p:nvPr/>
        </p:nvGrpSpPr>
        <p:grpSpPr>
          <a:xfrm>
            <a:off x="6840333" y="-220281"/>
            <a:ext cx="2227588" cy="726522"/>
            <a:chOff x="3799000" y="1820400"/>
            <a:chExt cx="1039375" cy="338989"/>
          </a:xfrm>
        </p:grpSpPr>
        <p:sp>
          <p:nvSpPr>
            <p:cNvPr id="4231" name="Google Shape;4231;p50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50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50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50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50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50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50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50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50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50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50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50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50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50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50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50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50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50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50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50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50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50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50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50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50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50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50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50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50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50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50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50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50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50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50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50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7" name="Google Shape;4267;p50"/>
          <p:cNvSpPr/>
          <p:nvPr/>
        </p:nvSpPr>
        <p:spPr>
          <a:xfrm>
            <a:off x="1523910" y="27660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8" name="Google Shape;4268;p50"/>
          <p:cNvSpPr txBox="1">
            <a:spLocks noGrp="1"/>
          </p:cNvSpPr>
          <p:nvPr>
            <p:ph type="title"/>
          </p:nvPr>
        </p:nvSpPr>
        <p:spPr>
          <a:xfrm>
            <a:off x="3367704" y="1871704"/>
            <a:ext cx="5274821" cy="24314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FFF00"/>
                </a:solidFill>
                <a:latin typeface="Arial Black" panose="020B0A04020102020204" pitchFamily="34" charset="0"/>
              </a:rPr>
              <a:t>Benefits of Penetration Testing in Mitigating Risks</a:t>
            </a:r>
            <a:endParaRPr sz="2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4269" name="Google Shape;4269;p50"/>
          <p:cNvSpPr txBox="1">
            <a:spLocks noGrp="1"/>
          </p:cNvSpPr>
          <p:nvPr>
            <p:ph type="title" idx="2"/>
          </p:nvPr>
        </p:nvSpPr>
        <p:spPr>
          <a:xfrm>
            <a:off x="1727010" y="32292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4270" name="Google Shape;427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324" y="260725"/>
            <a:ext cx="1080288" cy="73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1" name="Google Shape;427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479" y="2162900"/>
            <a:ext cx="841225" cy="603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2" name="Google Shape;4272;p50"/>
          <p:cNvGrpSpPr/>
          <p:nvPr/>
        </p:nvGrpSpPr>
        <p:grpSpPr>
          <a:xfrm>
            <a:off x="7126920" y="4391944"/>
            <a:ext cx="1654413" cy="326167"/>
            <a:chOff x="2978333" y="5720819"/>
            <a:chExt cx="1654413" cy="326167"/>
          </a:xfrm>
        </p:grpSpPr>
        <p:sp>
          <p:nvSpPr>
            <p:cNvPr id="4273" name="Google Shape;4273;p50"/>
            <p:cNvSpPr/>
            <p:nvPr/>
          </p:nvSpPr>
          <p:spPr>
            <a:xfrm>
              <a:off x="4315694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50"/>
            <p:cNvSpPr/>
            <p:nvPr/>
          </p:nvSpPr>
          <p:spPr>
            <a:xfrm>
              <a:off x="450674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50"/>
            <p:cNvSpPr/>
            <p:nvPr/>
          </p:nvSpPr>
          <p:spPr>
            <a:xfrm>
              <a:off x="412464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50"/>
            <p:cNvSpPr/>
            <p:nvPr/>
          </p:nvSpPr>
          <p:spPr>
            <a:xfrm>
              <a:off x="4124643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50"/>
            <p:cNvSpPr/>
            <p:nvPr/>
          </p:nvSpPr>
          <p:spPr>
            <a:xfrm>
              <a:off x="3742539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50"/>
            <p:cNvSpPr/>
            <p:nvPr/>
          </p:nvSpPr>
          <p:spPr>
            <a:xfrm>
              <a:off x="3742539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50"/>
            <p:cNvSpPr/>
            <p:nvPr/>
          </p:nvSpPr>
          <p:spPr>
            <a:xfrm>
              <a:off x="3933591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50"/>
            <p:cNvSpPr/>
            <p:nvPr/>
          </p:nvSpPr>
          <p:spPr>
            <a:xfrm>
              <a:off x="3933591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50"/>
            <p:cNvSpPr/>
            <p:nvPr/>
          </p:nvSpPr>
          <p:spPr>
            <a:xfrm>
              <a:off x="3551488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50"/>
            <p:cNvSpPr/>
            <p:nvPr/>
          </p:nvSpPr>
          <p:spPr>
            <a:xfrm>
              <a:off x="3169384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50"/>
            <p:cNvSpPr/>
            <p:nvPr/>
          </p:nvSpPr>
          <p:spPr>
            <a:xfrm>
              <a:off x="336043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50"/>
            <p:cNvSpPr/>
            <p:nvPr/>
          </p:nvSpPr>
          <p:spPr>
            <a:xfrm>
              <a:off x="3360436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50"/>
            <p:cNvSpPr/>
            <p:nvPr/>
          </p:nvSpPr>
          <p:spPr>
            <a:xfrm>
              <a:off x="297833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286" name="Google Shape;428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6433" y="493601"/>
            <a:ext cx="942517" cy="1182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7" name="Google Shape;428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8267" y="1135022"/>
            <a:ext cx="456385" cy="687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8" name="Google Shape;4288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2342" y="429088"/>
            <a:ext cx="612313" cy="73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9" name="Google Shape;428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9425" y="1340682"/>
            <a:ext cx="400185" cy="481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0" name="Google Shape;429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739" y="748245"/>
            <a:ext cx="567190" cy="386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1" name="Google Shape;429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0075" y="1165778"/>
            <a:ext cx="567190" cy="386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2179-6052-4DE3-AD56-57685AA13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40" y="409039"/>
            <a:ext cx="7901915" cy="740700"/>
          </a:xfrm>
        </p:spPr>
        <p:txBody>
          <a:bodyPr/>
          <a:lstStyle/>
          <a:p>
            <a:pPr algn="ctr"/>
            <a:r>
              <a:rPr lang="en" sz="2800" dirty="0">
                <a:solidFill>
                  <a:srgbClr val="FFFF00"/>
                </a:solidFill>
                <a:latin typeface="Arial Black" panose="020B0A04020102020204" pitchFamily="34" charset="0"/>
              </a:rPr>
              <a:t>Benefits</a:t>
            </a:r>
            <a:endParaRPr lang="en-FJ" sz="2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AD316-D94C-4FEC-A9DC-A2A807AC4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140" y="1056144"/>
            <a:ext cx="7717500" cy="1046700"/>
          </a:xfrm>
        </p:spPr>
        <p:txBody>
          <a:bodyPr/>
          <a:lstStyle/>
          <a:p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</a:rPr>
              <a:t>Finds and fixes security flaws.</a:t>
            </a:r>
          </a:p>
          <a:p>
            <a:endParaRPr lang="en-GB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</a:rPr>
              <a:t>Protects cyber security incidents before it occurs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n-FJ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D0EE7-B455-48D6-81C4-B5A774C93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646" y="2263180"/>
            <a:ext cx="4080487" cy="247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33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4" name="Google Shape;3894;p46"/>
          <p:cNvSpPr txBox="1">
            <a:spLocks noGrp="1"/>
          </p:cNvSpPr>
          <p:nvPr>
            <p:ph type="title"/>
          </p:nvPr>
        </p:nvSpPr>
        <p:spPr>
          <a:xfrm>
            <a:off x="581236" y="1877918"/>
            <a:ext cx="46710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FFFF00"/>
                </a:solidFill>
                <a:latin typeface="Arial Black" panose="020B0A04020102020204" pitchFamily="34" charset="0"/>
              </a:rPr>
              <a:t>Risk Management</a:t>
            </a:r>
            <a:endParaRPr sz="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895" name="Google Shape;3895;p46"/>
          <p:cNvSpPr/>
          <p:nvPr/>
        </p:nvSpPr>
        <p:spPr>
          <a:xfrm>
            <a:off x="1937127" y="230676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96" name="Google Shape;3896;p46"/>
          <p:cNvGrpSpPr/>
          <p:nvPr/>
        </p:nvGrpSpPr>
        <p:grpSpPr>
          <a:xfrm>
            <a:off x="5221371" y="4023580"/>
            <a:ext cx="2227588" cy="726522"/>
            <a:chOff x="5608450" y="1680311"/>
            <a:chExt cx="1039375" cy="338989"/>
          </a:xfrm>
        </p:grpSpPr>
        <p:sp>
          <p:nvSpPr>
            <p:cNvPr id="3897" name="Google Shape;3897;p46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46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46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46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46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46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46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46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46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46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46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46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46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46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46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46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46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46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46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46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46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46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46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46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46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46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46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46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46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46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46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46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46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46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46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46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3" name="Google Shape;3933;p46"/>
          <p:cNvGrpSpPr/>
          <p:nvPr/>
        </p:nvGrpSpPr>
        <p:grpSpPr>
          <a:xfrm rot="5400000">
            <a:off x="7190880" y="809566"/>
            <a:ext cx="2227589" cy="1527191"/>
            <a:chOff x="5519300" y="372750"/>
            <a:chExt cx="1039375" cy="712575"/>
          </a:xfrm>
        </p:grpSpPr>
        <p:sp>
          <p:nvSpPr>
            <p:cNvPr id="3934" name="Google Shape;3934;p46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46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46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46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46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46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46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46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46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46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46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46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46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46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46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46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46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46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46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46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46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46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46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46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46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46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46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46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46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46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46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46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46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46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46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46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46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46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46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46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46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46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46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46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46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46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46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46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46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46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46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46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46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46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46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46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46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46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46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46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46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46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46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46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46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46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46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1" name="Google Shape;4001;p46"/>
          <p:cNvSpPr txBox="1">
            <a:spLocks noGrp="1"/>
          </p:cNvSpPr>
          <p:nvPr>
            <p:ph type="title" idx="2"/>
          </p:nvPr>
        </p:nvSpPr>
        <p:spPr>
          <a:xfrm>
            <a:off x="2234877" y="693864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pic>
        <p:nvPicPr>
          <p:cNvPr id="4002" name="Google Shape;40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946" y="68050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3" name="Google Shape;40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4025" y="3596918"/>
            <a:ext cx="1527200" cy="109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4" name="Google Shape;400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150" y="1944682"/>
            <a:ext cx="841200" cy="60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5" name="Google Shape;400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71477" y="1465850"/>
            <a:ext cx="1743550" cy="291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6" name="Google Shape;400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9349" y="2720712"/>
            <a:ext cx="936775" cy="123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4F96C-FD7C-48A8-90B1-0C6771281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5769" y="1613181"/>
            <a:ext cx="5290283" cy="2103600"/>
          </a:xfrm>
        </p:spPr>
        <p:txBody>
          <a:bodyPr/>
          <a:lstStyle/>
          <a:p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</a:rPr>
              <a:t>Apache header hijack is the major risk</a:t>
            </a:r>
          </a:p>
          <a:p>
            <a:endParaRPr lang="en-GB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</a:rPr>
              <a:t>Other risks: HTTP/2 Overload, Apache server backend issue, and buffer overflow</a:t>
            </a:r>
          </a:p>
          <a:p>
            <a:endParaRPr lang="en-GB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</a:rPr>
              <a:t>Recommendation:  upgrading to updated versions of server </a:t>
            </a:r>
            <a:endParaRPr lang="en-FJ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80" name="Google Shape;771;p56">
            <a:extLst>
              <a:ext uri="{FF2B5EF4-FFF2-40B4-BE49-F238E27FC236}">
                <a16:creationId xmlns:a16="http://schemas.microsoft.com/office/drawing/2014/main" id="{390B4A61-2DB3-42D1-B41A-6D8CC8096FFA}"/>
              </a:ext>
            </a:extLst>
          </p:cNvPr>
          <p:cNvGrpSpPr/>
          <p:nvPr/>
        </p:nvGrpSpPr>
        <p:grpSpPr>
          <a:xfrm>
            <a:off x="4962175" y="2115624"/>
            <a:ext cx="4468904" cy="2103600"/>
            <a:chOff x="233350" y="949250"/>
            <a:chExt cx="7137300" cy="3802300"/>
          </a:xfrm>
        </p:grpSpPr>
        <p:sp>
          <p:nvSpPr>
            <p:cNvPr id="81" name="Google Shape;772;p56">
              <a:extLst>
                <a:ext uri="{FF2B5EF4-FFF2-40B4-BE49-F238E27FC236}">
                  <a16:creationId xmlns:a16="http://schemas.microsoft.com/office/drawing/2014/main" id="{07D022C5-9D28-48A1-8B54-03279DEBCD8B}"/>
                </a:ext>
              </a:extLst>
            </p:cNvPr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Google Shape;773;p56">
              <a:extLst>
                <a:ext uri="{FF2B5EF4-FFF2-40B4-BE49-F238E27FC236}">
                  <a16:creationId xmlns:a16="http://schemas.microsoft.com/office/drawing/2014/main" id="{1F090745-7DFA-4574-AC27-DF68AB2EDA3B}"/>
                </a:ext>
              </a:extLst>
            </p:cNvPr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Google Shape;774;p56">
              <a:extLst>
                <a:ext uri="{FF2B5EF4-FFF2-40B4-BE49-F238E27FC236}">
                  <a16:creationId xmlns:a16="http://schemas.microsoft.com/office/drawing/2014/main" id="{CB9FA8E9-6752-4CCB-B052-08FEF796817D}"/>
                </a:ext>
              </a:extLst>
            </p:cNvPr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Google Shape;775;p56">
              <a:extLst>
                <a:ext uri="{FF2B5EF4-FFF2-40B4-BE49-F238E27FC236}">
                  <a16:creationId xmlns:a16="http://schemas.microsoft.com/office/drawing/2014/main" id="{CAAC17C1-EDF2-4737-98AC-E7E16D35A33E}"/>
                </a:ext>
              </a:extLst>
            </p:cNvPr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Google Shape;776;p56">
              <a:extLst>
                <a:ext uri="{FF2B5EF4-FFF2-40B4-BE49-F238E27FC236}">
                  <a16:creationId xmlns:a16="http://schemas.microsoft.com/office/drawing/2014/main" id="{5BB6EA4F-77DC-4747-B3B6-087F3BDC518E}"/>
                </a:ext>
              </a:extLst>
            </p:cNvPr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Google Shape;777;p56">
              <a:extLst>
                <a:ext uri="{FF2B5EF4-FFF2-40B4-BE49-F238E27FC236}">
                  <a16:creationId xmlns:a16="http://schemas.microsoft.com/office/drawing/2014/main" id="{1D304182-0EA2-4A88-B46E-45E345F8A225}"/>
                </a:ext>
              </a:extLst>
            </p:cNvPr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Google Shape;778;p56">
              <a:extLst>
                <a:ext uri="{FF2B5EF4-FFF2-40B4-BE49-F238E27FC236}">
                  <a16:creationId xmlns:a16="http://schemas.microsoft.com/office/drawing/2014/main" id="{4910EB7F-9EE0-4056-8020-14A7C8A8AD4F}"/>
                </a:ext>
              </a:extLst>
            </p:cNvPr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Google Shape;779;p56">
              <a:extLst>
                <a:ext uri="{FF2B5EF4-FFF2-40B4-BE49-F238E27FC236}">
                  <a16:creationId xmlns:a16="http://schemas.microsoft.com/office/drawing/2014/main" id="{2E75C170-B863-4F50-9084-43DA510A4453}"/>
                </a:ext>
              </a:extLst>
            </p:cNvPr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Google Shape;780;p56">
              <a:extLst>
                <a:ext uri="{FF2B5EF4-FFF2-40B4-BE49-F238E27FC236}">
                  <a16:creationId xmlns:a16="http://schemas.microsoft.com/office/drawing/2014/main" id="{60929C6D-1805-406A-BBD1-2DAD49EBA8BA}"/>
                </a:ext>
              </a:extLst>
            </p:cNvPr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Google Shape;781;p56">
              <a:extLst>
                <a:ext uri="{FF2B5EF4-FFF2-40B4-BE49-F238E27FC236}">
                  <a16:creationId xmlns:a16="http://schemas.microsoft.com/office/drawing/2014/main" id="{C694B8BD-54B4-45F6-9CCA-18C738EAB133}"/>
                </a:ext>
              </a:extLst>
            </p:cNvPr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Google Shape;782;p56">
              <a:extLst>
                <a:ext uri="{FF2B5EF4-FFF2-40B4-BE49-F238E27FC236}">
                  <a16:creationId xmlns:a16="http://schemas.microsoft.com/office/drawing/2014/main" id="{A1E05672-8700-4751-BEE5-A43C36010EFC}"/>
                </a:ext>
              </a:extLst>
            </p:cNvPr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Google Shape;783;p56">
              <a:extLst>
                <a:ext uri="{FF2B5EF4-FFF2-40B4-BE49-F238E27FC236}">
                  <a16:creationId xmlns:a16="http://schemas.microsoft.com/office/drawing/2014/main" id="{66B89AED-CBC2-4E2F-9001-0B55CA218D02}"/>
                </a:ext>
              </a:extLst>
            </p:cNvPr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Google Shape;784;p56">
              <a:extLst>
                <a:ext uri="{FF2B5EF4-FFF2-40B4-BE49-F238E27FC236}">
                  <a16:creationId xmlns:a16="http://schemas.microsoft.com/office/drawing/2014/main" id="{FCBFD448-21D7-4F27-850D-B612F92D5D50}"/>
                </a:ext>
              </a:extLst>
            </p:cNvPr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Google Shape;785;p56">
              <a:extLst>
                <a:ext uri="{FF2B5EF4-FFF2-40B4-BE49-F238E27FC236}">
                  <a16:creationId xmlns:a16="http://schemas.microsoft.com/office/drawing/2014/main" id="{3EEC187E-7658-4234-8906-85F0928BDD25}"/>
                </a:ext>
              </a:extLst>
            </p:cNvPr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Google Shape;786;p56">
              <a:extLst>
                <a:ext uri="{FF2B5EF4-FFF2-40B4-BE49-F238E27FC236}">
                  <a16:creationId xmlns:a16="http://schemas.microsoft.com/office/drawing/2014/main" id="{66154EDD-6584-481B-8397-1966D6D6201B}"/>
                </a:ext>
              </a:extLst>
            </p:cNvPr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Google Shape;787;p56">
              <a:extLst>
                <a:ext uri="{FF2B5EF4-FFF2-40B4-BE49-F238E27FC236}">
                  <a16:creationId xmlns:a16="http://schemas.microsoft.com/office/drawing/2014/main" id="{22B0ACEA-2405-4960-8E6F-CB14B1FBBED7}"/>
                </a:ext>
              </a:extLst>
            </p:cNvPr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Google Shape;788;p56">
              <a:extLst>
                <a:ext uri="{FF2B5EF4-FFF2-40B4-BE49-F238E27FC236}">
                  <a16:creationId xmlns:a16="http://schemas.microsoft.com/office/drawing/2014/main" id="{4AB321C7-51D4-4DBB-9A9A-ABE9FE902127}"/>
                </a:ext>
              </a:extLst>
            </p:cNvPr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Google Shape;789;p56">
              <a:extLst>
                <a:ext uri="{FF2B5EF4-FFF2-40B4-BE49-F238E27FC236}">
                  <a16:creationId xmlns:a16="http://schemas.microsoft.com/office/drawing/2014/main" id="{69D3460A-43BA-445D-9A8A-1CD6C4F3107B}"/>
                </a:ext>
              </a:extLst>
            </p:cNvPr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Google Shape;790;p56">
              <a:extLst>
                <a:ext uri="{FF2B5EF4-FFF2-40B4-BE49-F238E27FC236}">
                  <a16:creationId xmlns:a16="http://schemas.microsoft.com/office/drawing/2014/main" id="{837E3675-3DE3-483B-9B87-1DB84F29F8AD}"/>
                </a:ext>
              </a:extLst>
            </p:cNvPr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Google Shape;791;p56">
              <a:extLst>
                <a:ext uri="{FF2B5EF4-FFF2-40B4-BE49-F238E27FC236}">
                  <a16:creationId xmlns:a16="http://schemas.microsoft.com/office/drawing/2014/main" id="{18A5B451-ED5C-4776-8FCF-DFF4D4BE6CE7}"/>
                </a:ext>
              </a:extLst>
            </p:cNvPr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Google Shape;792;p56">
              <a:extLst>
                <a:ext uri="{FF2B5EF4-FFF2-40B4-BE49-F238E27FC236}">
                  <a16:creationId xmlns:a16="http://schemas.microsoft.com/office/drawing/2014/main" id="{4F8A383F-A195-42EC-AB8E-82BC19CEBF68}"/>
                </a:ext>
              </a:extLst>
            </p:cNvPr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Google Shape;793;p56">
              <a:extLst>
                <a:ext uri="{FF2B5EF4-FFF2-40B4-BE49-F238E27FC236}">
                  <a16:creationId xmlns:a16="http://schemas.microsoft.com/office/drawing/2014/main" id="{293E2978-A5B7-4AF2-AA22-9799B6DD10D7}"/>
                </a:ext>
              </a:extLst>
            </p:cNvPr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Google Shape;794;p56">
              <a:extLst>
                <a:ext uri="{FF2B5EF4-FFF2-40B4-BE49-F238E27FC236}">
                  <a16:creationId xmlns:a16="http://schemas.microsoft.com/office/drawing/2014/main" id="{9F6BC377-78A7-45A4-8DAA-B9E23FC21665}"/>
                </a:ext>
              </a:extLst>
            </p:cNvPr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Google Shape;795;p56">
              <a:extLst>
                <a:ext uri="{FF2B5EF4-FFF2-40B4-BE49-F238E27FC236}">
                  <a16:creationId xmlns:a16="http://schemas.microsoft.com/office/drawing/2014/main" id="{FD27B8AA-65A0-45AE-ACB2-B6310E8269AA}"/>
                </a:ext>
              </a:extLst>
            </p:cNvPr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Google Shape;796;p56">
              <a:extLst>
                <a:ext uri="{FF2B5EF4-FFF2-40B4-BE49-F238E27FC236}">
                  <a16:creationId xmlns:a16="http://schemas.microsoft.com/office/drawing/2014/main" id="{44331794-0C14-4F64-B22A-8A8B220EB999}"/>
                </a:ext>
              </a:extLst>
            </p:cNvPr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Google Shape;797;p56">
              <a:extLst>
                <a:ext uri="{FF2B5EF4-FFF2-40B4-BE49-F238E27FC236}">
                  <a16:creationId xmlns:a16="http://schemas.microsoft.com/office/drawing/2014/main" id="{5A3FCC69-274A-45E8-BED0-0ACDC74BF697}"/>
                </a:ext>
              </a:extLst>
            </p:cNvPr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Google Shape;798;p56">
              <a:extLst>
                <a:ext uri="{FF2B5EF4-FFF2-40B4-BE49-F238E27FC236}">
                  <a16:creationId xmlns:a16="http://schemas.microsoft.com/office/drawing/2014/main" id="{08FA9DF5-1FFA-44A1-B6D5-57E7333E6E3D}"/>
                </a:ext>
              </a:extLst>
            </p:cNvPr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Google Shape;799;p56">
              <a:extLst>
                <a:ext uri="{FF2B5EF4-FFF2-40B4-BE49-F238E27FC236}">
                  <a16:creationId xmlns:a16="http://schemas.microsoft.com/office/drawing/2014/main" id="{13EB0039-4A27-4363-93E0-B37B073BD9FD}"/>
                </a:ext>
              </a:extLst>
            </p:cNvPr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Google Shape;800;p56">
              <a:extLst>
                <a:ext uri="{FF2B5EF4-FFF2-40B4-BE49-F238E27FC236}">
                  <a16:creationId xmlns:a16="http://schemas.microsoft.com/office/drawing/2014/main" id="{46EC678D-C48C-4A75-81B9-F747C27563BE}"/>
                </a:ext>
              </a:extLst>
            </p:cNvPr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0" name="Google Shape;801;p56">
              <a:extLst>
                <a:ext uri="{FF2B5EF4-FFF2-40B4-BE49-F238E27FC236}">
                  <a16:creationId xmlns:a16="http://schemas.microsoft.com/office/drawing/2014/main" id="{10ECCA7E-318C-4D49-AA19-3F78298D23BC}"/>
                </a:ext>
              </a:extLst>
            </p:cNvPr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1" name="Google Shape;802;p56">
              <a:extLst>
                <a:ext uri="{FF2B5EF4-FFF2-40B4-BE49-F238E27FC236}">
                  <a16:creationId xmlns:a16="http://schemas.microsoft.com/office/drawing/2014/main" id="{62337E36-7B9A-412E-BB77-7734FB48491D}"/>
                </a:ext>
              </a:extLst>
            </p:cNvPr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Google Shape;803;p56">
              <a:extLst>
                <a:ext uri="{FF2B5EF4-FFF2-40B4-BE49-F238E27FC236}">
                  <a16:creationId xmlns:a16="http://schemas.microsoft.com/office/drawing/2014/main" id="{6E801FAE-D9E7-4640-B035-1E8FF9234F9D}"/>
                </a:ext>
              </a:extLst>
            </p:cNvPr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Google Shape;804;p56">
              <a:extLst>
                <a:ext uri="{FF2B5EF4-FFF2-40B4-BE49-F238E27FC236}">
                  <a16:creationId xmlns:a16="http://schemas.microsoft.com/office/drawing/2014/main" id="{E8F3FFDB-11F2-459E-9FA0-859045B33327}"/>
                </a:ext>
              </a:extLst>
            </p:cNvPr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Google Shape;805;p56">
              <a:extLst>
                <a:ext uri="{FF2B5EF4-FFF2-40B4-BE49-F238E27FC236}">
                  <a16:creationId xmlns:a16="http://schemas.microsoft.com/office/drawing/2014/main" id="{A8C63EF2-7729-4126-BEDF-966A181F414A}"/>
                </a:ext>
              </a:extLst>
            </p:cNvPr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Google Shape;806;p56">
              <a:extLst>
                <a:ext uri="{FF2B5EF4-FFF2-40B4-BE49-F238E27FC236}">
                  <a16:creationId xmlns:a16="http://schemas.microsoft.com/office/drawing/2014/main" id="{0A13FA61-A042-4C9D-9B4F-292F9070435C}"/>
                </a:ext>
              </a:extLst>
            </p:cNvPr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Google Shape;807;p56">
              <a:extLst>
                <a:ext uri="{FF2B5EF4-FFF2-40B4-BE49-F238E27FC236}">
                  <a16:creationId xmlns:a16="http://schemas.microsoft.com/office/drawing/2014/main" id="{42E4DC68-98AB-4A9D-B6B2-8E0E6D4F46C6}"/>
                </a:ext>
              </a:extLst>
            </p:cNvPr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Google Shape;808;p56">
              <a:extLst>
                <a:ext uri="{FF2B5EF4-FFF2-40B4-BE49-F238E27FC236}">
                  <a16:creationId xmlns:a16="http://schemas.microsoft.com/office/drawing/2014/main" id="{7C23DEA8-C04A-47B4-A02C-6CA5444E8829}"/>
                </a:ext>
              </a:extLst>
            </p:cNvPr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Google Shape;809;p56">
              <a:extLst>
                <a:ext uri="{FF2B5EF4-FFF2-40B4-BE49-F238E27FC236}">
                  <a16:creationId xmlns:a16="http://schemas.microsoft.com/office/drawing/2014/main" id="{5DA9B0D9-5684-4BF3-B4B7-13EEB3A670C8}"/>
                </a:ext>
              </a:extLst>
            </p:cNvPr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Google Shape;810;p56">
              <a:extLst>
                <a:ext uri="{FF2B5EF4-FFF2-40B4-BE49-F238E27FC236}">
                  <a16:creationId xmlns:a16="http://schemas.microsoft.com/office/drawing/2014/main" id="{FDBFAD45-04ED-4135-A29C-CA39F8FF364E}"/>
                </a:ext>
              </a:extLst>
            </p:cNvPr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Google Shape;811;p56">
              <a:extLst>
                <a:ext uri="{FF2B5EF4-FFF2-40B4-BE49-F238E27FC236}">
                  <a16:creationId xmlns:a16="http://schemas.microsoft.com/office/drawing/2014/main" id="{70F818A0-BA0E-4988-AA81-D262FCDF7ECB}"/>
                </a:ext>
              </a:extLst>
            </p:cNvPr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Google Shape;812;p56">
              <a:extLst>
                <a:ext uri="{FF2B5EF4-FFF2-40B4-BE49-F238E27FC236}">
                  <a16:creationId xmlns:a16="http://schemas.microsoft.com/office/drawing/2014/main" id="{A6B16CF3-348C-478F-8C99-5EDDA83B0F81}"/>
                </a:ext>
              </a:extLst>
            </p:cNvPr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2" name="Google Shape;813;p56">
              <a:extLst>
                <a:ext uri="{FF2B5EF4-FFF2-40B4-BE49-F238E27FC236}">
                  <a16:creationId xmlns:a16="http://schemas.microsoft.com/office/drawing/2014/main" id="{E4D74A09-F4C0-4954-9D14-02084A3815A0}"/>
                </a:ext>
              </a:extLst>
            </p:cNvPr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Google Shape;814;p56">
              <a:extLst>
                <a:ext uri="{FF2B5EF4-FFF2-40B4-BE49-F238E27FC236}">
                  <a16:creationId xmlns:a16="http://schemas.microsoft.com/office/drawing/2014/main" id="{E3FF6550-99C9-46FB-A844-F8BD07ABD8DF}"/>
                </a:ext>
              </a:extLst>
            </p:cNvPr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Google Shape;815;p56">
              <a:extLst>
                <a:ext uri="{FF2B5EF4-FFF2-40B4-BE49-F238E27FC236}">
                  <a16:creationId xmlns:a16="http://schemas.microsoft.com/office/drawing/2014/main" id="{7262ECF1-4422-429B-BA8D-4A1017E8EB43}"/>
                </a:ext>
              </a:extLst>
            </p:cNvPr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5" name="Google Shape;816;p56">
              <a:extLst>
                <a:ext uri="{FF2B5EF4-FFF2-40B4-BE49-F238E27FC236}">
                  <a16:creationId xmlns:a16="http://schemas.microsoft.com/office/drawing/2014/main" id="{00E2ECA4-2741-451F-BE54-6C0ED8AA00B4}"/>
                </a:ext>
              </a:extLst>
            </p:cNvPr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Google Shape;817;p56">
              <a:extLst>
                <a:ext uri="{FF2B5EF4-FFF2-40B4-BE49-F238E27FC236}">
                  <a16:creationId xmlns:a16="http://schemas.microsoft.com/office/drawing/2014/main" id="{691EBFF2-51E6-4D35-B331-E7BCECAAAB59}"/>
                </a:ext>
              </a:extLst>
            </p:cNvPr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Google Shape;818;p56">
              <a:extLst>
                <a:ext uri="{FF2B5EF4-FFF2-40B4-BE49-F238E27FC236}">
                  <a16:creationId xmlns:a16="http://schemas.microsoft.com/office/drawing/2014/main" id="{972FC2D8-EA9B-4469-8352-0D275E54E674}"/>
                </a:ext>
              </a:extLst>
            </p:cNvPr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Google Shape;819;p56">
              <a:extLst>
                <a:ext uri="{FF2B5EF4-FFF2-40B4-BE49-F238E27FC236}">
                  <a16:creationId xmlns:a16="http://schemas.microsoft.com/office/drawing/2014/main" id="{01D40341-37F7-46A8-AE5D-39D2D43F2006}"/>
                </a:ext>
              </a:extLst>
            </p:cNvPr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Google Shape;820;p56">
              <a:extLst>
                <a:ext uri="{FF2B5EF4-FFF2-40B4-BE49-F238E27FC236}">
                  <a16:creationId xmlns:a16="http://schemas.microsoft.com/office/drawing/2014/main" id="{392BEE88-F0AD-4C01-9188-114FE947BE2A}"/>
                </a:ext>
              </a:extLst>
            </p:cNvPr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Google Shape;821;p56">
              <a:extLst>
                <a:ext uri="{FF2B5EF4-FFF2-40B4-BE49-F238E27FC236}">
                  <a16:creationId xmlns:a16="http://schemas.microsoft.com/office/drawing/2014/main" id="{91260FF6-3AE4-4062-A1B2-5B36585B05F2}"/>
                </a:ext>
              </a:extLst>
            </p:cNvPr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1" name="Google Shape;822;p56">
              <a:extLst>
                <a:ext uri="{FF2B5EF4-FFF2-40B4-BE49-F238E27FC236}">
                  <a16:creationId xmlns:a16="http://schemas.microsoft.com/office/drawing/2014/main" id="{53C4B25A-4F18-4BFE-BC1A-2A9EA76F597F}"/>
                </a:ext>
              </a:extLst>
            </p:cNvPr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8F1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2" name="Google Shape;553;p48">
            <a:extLst>
              <a:ext uri="{FF2B5EF4-FFF2-40B4-BE49-F238E27FC236}">
                <a16:creationId xmlns:a16="http://schemas.microsoft.com/office/drawing/2014/main" id="{1C9913DE-D2BD-47E5-9241-5AC96670DDCA}"/>
              </a:ext>
            </a:extLst>
          </p:cNvPr>
          <p:cNvGrpSpPr/>
          <p:nvPr/>
        </p:nvGrpSpPr>
        <p:grpSpPr>
          <a:xfrm>
            <a:off x="810394" y="929196"/>
            <a:ext cx="393037" cy="294582"/>
            <a:chOff x="1817317" y="2480330"/>
            <a:chExt cx="350958" cy="263043"/>
          </a:xfrm>
        </p:grpSpPr>
        <p:sp>
          <p:nvSpPr>
            <p:cNvPr id="133" name="Google Shape;554;p48">
              <a:extLst>
                <a:ext uri="{FF2B5EF4-FFF2-40B4-BE49-F238E27FC236}">
                  <a16:creationId xmlns:a16="http://schemas.microsoft.com/office/drawing/2014/main" id="{3529FDA7-420C-4D99-ABFA-EAB1CE2C1506}"/>
                </a:ext>
              </a:extLst>
            </p:cNvPr>
            <p:cNvSpPr/>
            <p:nvPr/>
          </p:nvSpPr>
          <p:spPr>
            <a:xfrm>
              <a:off x="1817317" y="2480330"/>
              <a:ext cx="350958" cy="191426"/>
            </a:xfrm>
            <a:custGeom>
              <a:avLst/>
              <a:gdLst/>
              <a:ahLst/>
              <a:cxnLst/>
              <a:rect l="l" t="t" r="r" b="b"/>
              <a:pathLst>
                <a:path w="11026" h="6014" extrusionOk="0">
                  <a:moveTo>
                    <a:pt x="4477" y="1"/>
                  </a:moveTo>
                  <a:cubicBezTo>
                    <a:pt x="3918" y="1"/>
                    <a:pt x="3382" y="179"/>
                    <a:pt x="2917" y="524"/>
                  </a:cubicBezTo>
                  <a:cubicBezTo>
                    <a:pt x="2513" y="834"/>
                    <a:pt x="2203" y="1251"/>
                    <a:pt x="2036" y="1727"/>
                  </a:cubicBezTo>
                  <a:cubicBezTo>
                    <a:pt x="905" y="1787"/>
                    <a:pt x="0" y="2727"/>
                    <a:pt x="0" y="3870"/>
                  </a:cubicBezTo>
                  <a:cubicBezTo>
                    <a:pt x="0" y="5061"/>
                    <a:pt x="965" y="6013"/>
                    <a:pt x="2143" y="6013"/>
                  </a:cubicBezTo>
                  <a:lnTo>
                    <a:pt x="2917" y="6013"/>
                  </a:lnTo>
                  <a:cubicBezTo>
                    <a:pt x="3001" y="6013"/>
                    <a:pt x="3084" y="5942"/>
                    <a:pt x="3084" y="5847"/>
                  </a:cubicBezTo>
                  <a:cubicBezTo>
                    <a:pt x="3084" y="5763"/>
                    <a:pt x="3001" y="5692"/>
                    <a:pt x="2917" y="5692"/>
                  </a:cubicBezTo>
                  <a:lnTo>
                    <a:pt x="2143" y="5692"/>
                  </a:lnTo>
                  <a:cubicBezTo>
                    <a:pt x="1131" y="5692"/>
                    <a:pt x="310" y="4870"/>
                    <a:pt x="310" y="3858"/>
                  </a:cubicBezTo>
                  <a:cubicBezTo>
                    <a:pt x="310" y="2846"/>
                    <a:pt x="1131" y="2025"/>
                    <a:pt x="2132" y="2025"/>
                  </a:cubicBezTo>
                  <a:lnTo>
                    <a:pt x="2143" y="2025"/>
                  </a:lnTo>
                  <a:cubicBezTo>
                    <a:pt x="2215" y="2025"/>
                    <a:pt x="2274" y="1977"/>
                    <a:pt x="2286" y="1906"/>
                  </a:cubicBezTo>
                  <a:cubicBezTo>
                    <a:pt x="2429" y="1441"/>
                    <a:pt x="2703" y="1036"/>
                    <a:pt x="3096" y="739"/>
                  </a:cubicBezTo>
                  <a:cubicBezTo>
                    <a:pt x="3477" y="441"/>
                    <a:pt x="3953" y="286"/>
                    <a:pt x="4453" y="286"/>
                  </a:cubicBezTo>
                  <a:cubicBezTo>
                    <a:pt x="5239" y="286"/>
                    <a:pt x="5953" y="679"/>
                    <a:pt x="6370" y="1334"/>
                  </a:cubicBezTo>
                  <a:cubicBezTo>
                    <a:pt x="6412" y="1386"/>
                    <a:pt x="6471" y="1420"/>
                    <a:pt x="6533" y="1420"/>
                  </a:cubicBezTo>
                  <a:cubicBezTo>
                    <a:pt x="6542" y="1420"/>
                    <a:pt x="6551" y="1419"/>
                    <a:pt x="6561" y="1417"/>
                  </a:cubicBezTo>
                  <a:cubicBezTo>
                    <a:pt x="6751" y="1358"/>
                    <a:pt x="6954" y="1322"/>
                    <a:pt x="7144" y="1322"/>
                  </a:cubicBezTo>
                  <a:cubicBezTo>
                    <a:pt x="7942" y="1322"/>
                    <a:pt x="8644" y="1846"/>
                    <a:pt x="8882" y="2608"/>
                  </a:cubicBezTo>
                  <a:cubicBezTo>
                    <a:pt x="8918" y="2679"/>
                    <a:pt x="8978" y="2727"/>
                    <a:pt x="9061" y="2727"/>
                  </a:cubicBezTo>
                  <a:cubicBezTo>
                    <a:pt x="9121" y="2727"/>
                    <a:pt x="9168" y="2703"/>
                    <a:pt x="9228" y="2703"/>
                  </a:cubicBezTo>
                  <a:cubicBezTo>
                    <a:pt x="10049" y="2703"/>
                    <a:pt x="10704" y="3382"/>
                    <a:pt x="10704" y="4180"/>
                  </a:cubicBezTo>
                  <a:cubicBezTo>
                    <a:pt x="10704" y="4989"/>
                    <a:pt x="10025" y="5656"/>
                    <a:pt x="9228" y="5656"/>
                  </a:cubicBezTo>
                  <a:lnTo>
                    <a:pt x="8109" y="5656"/>
                  </a:lnTo>
                  <a:cubicBezTo>
                    <a:pt x="8025" y="5656"/>
                    <a:pt x="7942" y="5727"/>
                    <a:pt x="7942" y="5823"/>
                  </a:cubicBezTo>
                  <a:cubicBezTo>
                    <a:pt x="7942" y="5906"/>
                    <a:pt x="8025" y="5978"/>
                    <a:pt x="8109" y="5978"/>
                  </a:cubicBezTo>
                  <a:lnTo>
                    <a:pt x="9228" y="5978"/>
                  </a:lnTo>
                  <a:cubicBezTo>
                    <a:pt x="10228" y="5978"/>
                    <a:pt x="11026" y="5180"/>
                    <a:pt x="11026" y="4180"/>
                  </a:cubicBezTo>
                  <a:cubicBezTo>
                    <a:pt x="11026" y="3180"/>
                    <a:pt x="10204" y="2429"/>
                    <a:pt x="9228" y="2429"/>
                  </a:cubicBezTo>
                  <a:lnTo>
                    <a:pt x="9168" y="2429"/>
                  </a:lnTo>
                  <a:cubicBezTo>
                    <a:pt x="9013" y="2060"/>
                    <a:pt x="8763" y="1715"/>
                    <a:pt x="8442" y="1477"/>
                  </a:cubicBezTo>
                  <a:cubicBezTo>
                    <a:pt x="8061" y="1191"/>
                    <a:pt x="7620" y="1048"/>
                    <a:pt x="7156" y="1048"/>
                  </a:cubicBezTo>
                  <a:cubicBezTo>
                    <a:pt x="6966" y="1048"/>
                    <a:pt x="6787" y="1072"/>
                    <a:pt x="6596" y="1120"/>
                  </a:cubicBezTo>
                  <a:cubicBezTo>
                    <a:pt x="6096" y="417"/>
                    <a:pt x="5322" y="1"/>
                    <a:pt x="4477" y="1"/>
                  </a:cubicBezTo>
                  <a:close/>
                </a:path>
              </a:pathLst>
            </a:custGeom>
            <a:solidFill>
              <a:srgbClr val="C8F1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Google Shape;555;p48">
              <a:extLst>
                <a:ext uri="{FF2B5EF4-FFF2-40B4-BE49-F238E27FC236}">
                  <a16:creationId xmlns:a16="http://schemas.microsoft.com/office/drawing/2014/main" id="{256801D9-C28C-4580-A159-CA93B3951279}"/>
                </a:ext>
              </a:extLst>
            </p:cNvPr>
            <p:cNvSpPr/>
            <p:nvPr/>
          </p:nvSpPr>
          <p:spPr>
            <a:xfrm>
              <a:off x="1926844" y="2568626"/>
              <a:ext cx="131140" cy="174747"/>
            </a:xfrm>
            <a:custGeom>
              <a:avLst/>
              <a:gdLst/>
              <a:ahLst/>
              <a:cxnLst/>
              <a:rect l="l" t="t" r="r" b="b"/>
              <a:pathLst>
                <a:path w="4120" h="5490" extrusionOk="0">
                  <a:moveTo>
                    <a:pt x="2417" y="322"/>
                  </a:moveTo>
                  <a:lnTo>
                    <a:pt x="2417" y="1370"/>
                  </a:lnTo>
                  <a:cubicBezTo>
                    <a:pt x="2417" y="1537"/>
                    <a:pt x="2572" y="1691"/>
                    <a:pt x="2751" y="1691"/>
                  </a:cubicBezTo>
                  <a:lnTo>
                    <a:pt x="3274" y="1691"/>
                  </a:lnTo>
                  <a:cubicBezTo>
                    <a:pt x="3358" y="1691"/>
                    <a:pt x="3429" y="1620"/>
                    <a:pt x="3429" y="1525"/>
                  </a:cubicBezTo>
                  <a:cubicBezTo>
                    <a:pt x="3429" y="1441"/>
                    <a:pt x="3358" y="1358"/>
                    <a:pt x="3274" y="1358"/>
                  </a:cubicBezTo>
                  <a:lnTo>
                    <a:pt x="2751" y="1358"/>
                  </a:lnTo>
                  <a:cubicBezTo>
                    <a:pt x="2751" y="1358"/>
                    <a:pt x="2727" y="1358"/>
                    <a:pt x="2727" y="1346"/>
                  </a:cubicBezTo>
                  <a:lnTo>
                    <a:pt x="2727" y="346"/>
                  </a:lnTo>
                  <a:lnTo>
                    <a:pt x="3751" y="1358"/>
                  </a:lnTo>
                  <a:cubicBezTo>
                    <a:pt x="3775" y="1394"/>
                    <a:pt x="3798" y="1441"/>
                    <a:pt x="3798" y="1501"/>
                  </a:cubicBezTo>
                  <a:lnTo>
                    <a:pt x="3798" y="5180"/>
                  </a:lnTo>
                  <a:lnTo>
                    <a:pt x="3810" y="5180"/>
                  </a:lnTo>
                  <a:lnTo>
                    <a:pt x="334" y="5192"/>
                  </a:lnTo>
                  <a:cubicBezTo>
                    <a:pt x="334" y="5192"/>
                    <a:pt x="322" y="5192"/>
                    <a:pt x="322" y="5180"/>
                  </a:cubicBezTo>
                  <a:lnTo>
                    <a:pt x="322" y="334"/>
                  </a:lnTo>
                  <a:cubicBezTo>
                    <a:pt x="322" y="334"/>
                    <a:pt x="322" y="322"/>
                    <a:pt x="334" y="322"/>
                  </a:cubicBezTo>
                  <a:close/>
                  <a:moveTo>
                    <a:pt x="322" y="1"/>
                  </a:moveTo>
                  <a:cubicBezTo>
                    <a:pt x="143" y="1"/>
                    <a:pt x="0" y="144"/>
                    <a:pt x="0" y="322"/>
                  </a:cubicBezTo>
                  <a:lnTo>
                    <a:pt x="0" y="5156"/>
                  </a:lnTo>
                  <a:cubicBezTo>
                    <a:pt x="0" y="5335"/>
                    <a:pt x="143" y="5489"/>
                    <a:pt x="322" y="5489"/>
                  </a:cubicBezTo>
                  <a:lnTo>
                    <a:pt x="3775" y="5489"/>
                  </a:lnTo>
                  <a:cubicBezTo>
                    <a:pt x="3953" y="5489"/>
                    <a:pt x="4108" y="5335"/>
                    <a:pt x="4108" y="5156"/>
                  </a:cubicBezTo>
                  <a:lnTo>
                    <a:pt x="4108" y="1501"/>
                  </a:lnTo>
                  <a:cubicBezTo>
                    <a:pt x="4120" y="1382"/>
                    <a:pt x="4072" y="1251"/>
                    <a:pt x="3965" y="1156"/>
                  </a:cubicBezTo>
                  <a:lnTo>
                    <a:pt x="2953" y="144"/>
                  </a:lnTo>
                  <a:cubicBezTo>
                    <a:pt x="2870" y="48"/>
                    <a:pt x="2739" y="1"/>
                    <a:pt x="2596" y="1"/>
                  </a:cubicBezTo>
                  <a:close/>
                </a:path>
              </a:pathLst>
            </a:custGeom>
            <a:solidFill>
              <a:srgbClr val="C8F1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Google Shape;556;p48">
              <a:extLst>
                <a:ext uri="{FF2B5EF4-FFF2-40B4-BE49-F238E27FC236}">
                  <a16:creationId xmlns:a16="http://schemas.microsoft.com/office/drawing/2014/main" id="{E7CCB3C9-B9FF-4ECC-B696-6B5602181574}"/>
                </a:ext>
              </a:extLst>
            </p:cNvPr>
            <p:cNvSpPr/>
            <p:nvPr/>
          </p:nvSpPr>
          <p:spPr>
            <a:xfrm>
              <a:off x="1965485" y="2639893"/>
              <a:ext cx="55002" cy="70885"/>
            </a:xfrm>
            <a:custGeom>
              <a:avLst/>
              <a:gdLst/>
              <a:ahLst/>
              <a:cxnLst/>
              <a:rect l="l" t="t" r="r" b="b"/>
              <a:pathLst>
                <a:path w="1728" h="2227" extrusionOk="0">
                  <a:moveTo>
                    <a:pt x="870" y="0"/>
                  </a:moveTo>
                  <a:cubicBezTo>
                    <a:pt x="822" y="0"/>
                    <a:pt x="775" y="36"/>
                    <a:pt x="751" y="60"/>
                  </a:cubicBezTo>
                  <a:lnTo>
                    <a:pt x="60" y="929"/>
                  </a:lnTo>
                  <a:cubicBezTo>
                    <a:pt x="1" y="1000"/>
                    <a:pt x="13" y="1107"/>
                    <a:pt x="84" y="1155"/>
                  </a:cubicBezTo>
                  <a:cubicBezTo>
                    <a:pt x="117" y="1178"/>
                    <a:pt x="151" y="1189"/>
                    <a:pt x="183" y="1189"/>
                  </a:cubicBezTo>
                  <a:cubicBezTo>
                    <a:pt x="234" y="1189"/>
                    <a:pt x="281" y="1163"/>
                    <a:pt x="310" y="1119"/>
                  </a:cubicBezTo>
                  <a:lnTo>
                    <a:pt x="715" y="619"/>
                  </a:lnTo>
                  <a:lnTo>
                    <a:pt x="715" y="2060"/>
                  </a:lnTo>
                  <a:cubicBezTo>
                    <a:pt x="715" y="2143"/>
                    <a:pt x="787" y="2227"/>
                    <a:pt x="882" y="2227"/>
                  </a:cubicBezTo>
                  <a:cubicBezTo>
                    <a:pt x="965" y="2227"/>
                    <a:pt x="1048" y="2143"/>
                    <a:pt x="1048" y="2060"/>
                  </a:cubicBezTo>
                  <a:lnTo>
                    <a:pt x="1048" y="619"/>
                  </a:lnTo>
                  <a:lnTo>
                    <a:pt x="1441" y="1119"/>
                  </a:lnTo>
                  <a:cubicBezTo>
                    <a:pt x="1477" y="1167"/>
                    <a:pt x="1513" y="1179"/>
                    <a:pt x="1560" y="1179"/>
                  </a:cubicBezTo>
                  <a:cubicBezTo>
                    <a:pt x="1596" y="1179"/>
                    <a:pt x="1644" y="1167"/>
                    <a:pt x="1668" y="1155"/>
                  </a:cubicBezTo>
                  <a:cubicBezTo>
                    <a:pt x="1715" y="1107"/>
                    <a:pt x="1727" y="1000"/>
                    <a:pt x="1668" y="929"/>
                  </a:cubicBezTo>
                  <a:lnTo>
                    <a:pt x="989" y="60"/>
                  </a:lnTo>
                  <a:cubicBezTo>
                    <a:pt x="953" y="24"/>
                    <a:pt x="906" y="0"/>
                    <a:pt x="870" y="0"/>
                  </a:cubicBezTo>
                  <a:close/>
                </a:path>
              </a:pathLst>
            </a:custGeom>
            <a:solidFill>
              <a:srgbClr val="C8F1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Google Shape;557;p48">
              <a:extLst>
                <a:ext uri="{FF2B5EF4-FFF2-40B4-BE49-F238E27FC236}">
                  <a16:creationId xmlns:a16="http://schemas.microsoft.com/office/drawing/2014/main" id="{2EBED960-C6BE-4CA9-A9CC-C80C0748940E}"/>
                </a:ext>
              </a:extLst>
            </p:cNvPr>
            <p:cNvSpPr/>
            <p:nvPr/>
          </p:nvSpPr>
          <p:spPr>
            <a:xfrm>
              <a:off x="1965103" y="2503406"/>
              <a:ext cx="43989" cy="31162"/>
            </a:xfrm>
            <a:custGeom>
              <a:avLst/>
              <a:gdLst/>
              <a:ahLst/>
              <a:cxnLst/>
              <a:rect l="l" t="t" r="r" b="b"/>
              <a:pathLst>
                <a:path w="1382" h="979" extrusionOk="0">
                  <a:moveTo>
                    <a:pt x="181" y="0"/>
                  </a:moveTo>
                  <a:cubicBezTo>
                    <a:pt x="104" y="0"/>
                    <a:pt x="24" y="56"/>
                    <a:pt x="13" y="121"/>
                  </a:cubicBezTo>
                  <a:cubicBezTo>
                    <a:pt x="1" y="216"/>
                    <a:pt x="60" y="300"/>
                    <a:pt x="132" y="323"/>
                  </a:cubicBezTo>
                  <a:cubicBezTo>
                    <a:pt x="501" y="395"/>
                    <a:pt x="846" y="597"/>
                    <a:pt x="1072" y="919"/>
                  </a:cubicBezTo>
                  <a:cubicBezTo>
                    <a:pt x="1096" y="954"/>
                    <a:pt x="1144" y="978"/>
                    <a:pt x="1203" y="978"/>
                  </a:cubicBezTo>
                  <a:cubicBezTo>
                    <a:pt x="1227" y="978"/>
                    <a:pt x="1275" y="954"/>
                    <a:pt x="1310" y="942"/>
                  </a:cubicBezTo>
                  <a:cubicBezTo>
                    <a:pt x="1370" y="895"/>
                    <a:pt x="1382" y="800"/>
                    <a:pt x="1334" y="716"/>
                  </a:cubicBezTo>
                  <a:cubicBezTo>
                    <a:pt x="1060" y="347"/>
                    <a:pt x="656" y="97"/>
                    <a:pt x="203" y="2"/>
                  </a:cubicBezTo>
                  <a:cubicBezTo>
                    <a:pt x="196" y="1"/>
                    <a:pt x="189" y="0"/>
                    <a:pt x="181" y="0"/>
                  </a:cubicBezTo>
                  <a:close/>
                </a:path>
              </a:pathLst>
            </a:custGeom>
            <a:solidFill>
              <a:srgbClr val="C8F1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7" name="Google Shape;558;p48">
              <a:extLst>
                <a:ext uri="{FF2B5EF4-FFF2-40B4-BE49-F238E27FC236}">
                  <a16:creationId xmlns:a16="http://schemas.microsoft.com/office/drawing/2014/main" id="{15BA3544-7CE6-42C1-93D0-888F80D850C0}"/>
                </a:ext>
              </a:extLst>
            </p:cNvPr>
            <p:cNvSpPr/>
            <p:nvPr/>
          </p:nvSpPr>
          <p:spPr>
            <a:xfrm>
              <a:off x="2052668" y="2537369"/>
              <a:ext cx="34504" cy="30175"/>
            </a:xfrm>
            <a:custGeom>
              <a:avLst/>
              <a:gdLst/>
              <a:ahLst/>
              <a:cxnLst/>
              <a:rect l="l" t="t" r="r" b="b"/>
              <a:pathLst>
                <a:path w="1084" h="948" extrusionOk="0">
                  <a:moveTo>
                    <a:pt x="194" y="0"/>
                  </a:moveTo>
                  <a:cubicBezTo>
                    <a:pt x="124" y="0"/>
                    <a:pt x="56" y="45"/>
                    <a:pt x="36" y="114"/>
                  </a:cubicBezTo>
                  <a:cubicBezTo>
                    <a:pt x="0" y="209"/>
                    <a:pt x="48" y="292"/>
                    <a:pt x="131" y="328"/>
                  </a:cubicBezTo>
                  <a:cubicBezTo>
                    <a:pt x="405" y="411"/>
                    <a:pt x="631" y="602"/>
                    <a:pt x="762" y="864"/>
                  </a:cubicBezTo>
                  <a:cubicBezTo>
                    <a:pt x="786" y="923"/>
                    <a:pt x="845" y="947"/>
                    <a:pt x="905" y="947"/>
                  </a:cubicBezTo>
                  <a:cubicBezTo>
                    <a:pt x="941" y="947"/>
                    <a:pt x="953" y="947"/>
                    <a:pt x="988" y="935"/>
                  </a:cubicBezTo>
                  <a:cubicBezTo>
                    <a:pt x="1060" y="887"/>
                    <a:pt x="1084" y="804"/>
                    <a:pt x="1048" y="709"/>
                  </a:cubicBezTo>
                  <a:cubicBezTo>
                    <a:pt x="869" y="387"/>
                    <a:pt x="584" y="149"/>
                    <a:pt x="238" y="6"/>
                  </a:cubicBezTo>
                  <a:cubicBezTo>
                    <a:pt x="224" y="2"/>
                    <a:pt x="209" y="0"/>
                    <a:pt x="194" y="0"/>
                  </a:cubicBezTo>
                  <a:close/>
                </a:path>
              </a:pathLst>
            </a:custGeom>
            <a:solidFill>
              <a:srgbClr val="C8F1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6C64B47-5D71-4FF8-883B-25D8748EC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0805"/>
            <a:ext cx="457240" cy="688908"/>
          </a:xfrm>
          <a:prstGeom prst="rect">
            <a:avLst/>
          </a:prstGeom>
        </p:spPr>
      </p:pic>
      <p:grpSp>
        <p:nvGrpSpPr>
          <p:cNvPr id="138" name="Google Shape;10618;p77">
            <a:extLst>
              <a:ext uri="{FF2B5EF4-FFF2-40B4-BE49-F238E27FC236}">
                <a16:creationId xmlns:a16="http://schemas.microsoft.com/office/drawing/2014/main" id="{7B7B2313-049B-4B59-82E4-8B024934D1E9}"/>
              </a:ext>
            </a:extLst>
          </p:cNvPr>
          <p:cNvGrpSpPr/>
          <p:nvPr/>
        </p:nvGrpSpPr>
        <p:grpSpPr>
          <a:xfrm>
            <a:off x="5271407" y="1894120"/>
            <a:ext cx="363243" cy="328585"/>
            <a:chOff x="2633105" y="2431859"/>
            <a:chExt cx="363243" cy="328585"/>
          </a:xfrm>
        </p:grpSpPr>
        <p:sp>
          <p:nvSpPr>
            <p:cNvPr id="139" name="Google Shape;10619;p77">
              <a:extLst>
                <a:ext uri="{FF2B5EF4-FFF2-40B4-BE49-F238E27FC236}">
                  <a16:creationId xmlns:a16="http://schemas.microsoft.com/office/drawing/2014/main" id="{7F9012D2-DB60-4E27-AD70-E2EE5C949B34}"/>
                </a:ext>
              </a:extLst>
            </p:cNvPr>
            <p:cNvSpPr/>
            <p:nvPr/>
          </p:nvSpPr>
          <p:spPr>
            <a:xfrm>
              <a:off x="2633105" y="2498260"/>
              <a:ext cx="250462" cy="262184"/>
            </a:xfrm>
            <a:custGeom>
              <a:avLst/>
              <a:gdLst/>
              <a:ahLst/>
              <a:cxnLst/>
              <a:rect l="l" t="t" r="r" b="b"/>
              <a:pathLst>
                <a:path w="7906" h="8276" extrusionOk="0">
                  <a:moveTo>
                    <a:pt x="5322" y="6644"/>
                  </a:moveTo>
                  <a:lnTo>
                    <a:pt x="5465" y="7263"/>
                  </a:lnTo>
                  <a:lnTo>
                    <a:pt x="4560" y="7263"/>
                  </a:lnTo>
                  <a:lnTo>
                    <a:pt x="4691" y="6644"/>
                  </a:lnTo>
                  <a:close/>
                  <a:moveTo>
                    <a:pt x="6465" y="7608"/>
                  </a:moveTo>
                  <a:lnTo>
                    <a:pt x="6465" y="7954"/>
                  </a:lnTo>
                  <a:lnTo>
                    <a:pt x="3548" y="7954"/>
                  </a:lnTo>
                  <a:lnTo>
                    <a:pt x="3548" y="7608"/>
                  </a:lnTo>
                  <a:close/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6489"/>
                  </a:lnTo>
                  <a:cubicBezTo>
                    <a:pt x="0" y="6585"/>
                    <a:pt x="84" y="6656"/>
                    <a:pt x="167" y="6656"/>
                  </a:cubicBezTo>
                  <a:lnTo>
                    <a:pt x="4346" y="6656"/>
                  </a:lnTo>
                  <a:lnTo>
                    <a:pt x="4203" y="7287"/>
                  </a:lnTo>
                  <a:lnTo>
                    <a:pt x="3370" y="7287"/>
                  </a:lnTo>
                  <a:cubicBezTo>
                    <a:pt x="3274" y="7287"/>
                    <a:pt x="3203" y="7358"/>
                    <a:pt x="3203" y="7442"/>
                  </a:cubicBezTo>
                  <a:lnTo>
                    <a:pt x="3203" y="8120"/>
                  </a:lnTo>
                  <a:cubicBezTo>
                    <a:pt x="3203" y="8204"/>
                    <a:pt x="3274" y="8275"/>
                    <a:pt x="3370" y="8275"/>
                  </a:cubicBezTo>
                  <a:lnTo>
                    <a:pt x="6632" y="8275"/>
                  </a:lnTo>
                  <a:cubicBezTo>
                    <a:pt x="6715" y="8275"/>
                    <a:pt x="6787" y="8204"/>
                    <a:pt x="6787" y="8120"/>
                  </a:cubicBezTo>
                  <a:lnTo>
                    <a:pt x="6787" y="7442"/>
                  </a:lnTo>
                  <a:cubicBezTo>
                    <a:pt x="6787" y="7358"/>
                    <a:pt x="6715" y="7287"/>
                    <a:pt x="6632" y="7287"/>
                  </a:cubicBezTo>
                  <a:lnTo>
                    <a:pt x="5787" y="7287"/>
                  </a:lnTo>
                  <a:lnTo>
                    <a:pt x="5644" y="6656"/>
                  </a:lnTo>
                  <a:lnTo>
                    <a:pt x="7727" y="6656"/>
                  </a:lnTo>
                  <a:cubicBezTo>
                    <a:pt x="7823" y="6656"/>
                    <a:pt x="7894" y="6585"/>
                    <a:pt x="7894" y="6489"/>
                  </a:cubicBezTo>
                  <a:cubicBezTo>
                    <a:pt x="7906" y="6394"/>
                    <a:pt x="7834" y="6311"/>
                    <a:pt x="7739" y="6311"/>
                  </a:cubicBezTo>
                  <a:lnTo>
                    <a:pt x="345" y="6311"/>
                  </a:lnTo>
                  <a:lnTo>
                    <a:pt x="345" y="334"/>
                  </a:lnTo>
                  <a:lnTo>
                    <a:pt x="4763" y="334"/>
                  </a:lnTo>
                  <a:cubicBezTo>
                    <a:pt x="4858" y="334"/>
                    <a:pt x="4929" y="262"/>
                    <a:pt x="4929" y="167"/>
                  </a:cubicBezTo>
                  <a:cubicBezTo>
                    <a:pt x="4929" y="72"/>
                    <a:pt x="4858" y="0"/>
                    <a:pt x="47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Google Shape;10620;p77">
              <a:extLst>
                <a:ext uri="{FF2B5EF4-FFF2-40B4-BE49-F238E27FC236}">
                  <a16:creationId xmlns:a16="http://schemas.microsoft.com/office/drawing/2014/main" id="{8ADC6A0E-17C4-4FCB-A8AF-330466B42AB8}"/>
                </a:ext>
              </a:extLst>
            </p:cNvPr>
            <p:cNvSpPr/>
            <p:nvPr/>
          </p:nvSpPr>
          <p:spPr>
            <a:xfrm>
              <a:off x="2772655" y="2680800"/>
              <a:ext cx="38491" cy="10613"/>
            </a:xfrm>
            <a:custGeom>
              <a:avLst/>
              <a:gdLst/>
              <a:ahLst/>
              <a:cxnLst/>
              <a:rect l="l" t="t" r="r" b="b"/>
              <a:pathLst>
                <a:path w="1215" h="335" extrusionOk="0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cubicBezTo>
                    <a:pt x="0" y="251"/>
                    <a:pt x="84" y="334"/>
                    <a:pt x="167" y="334"/>
                  </a:cubicBezTo>
                  <a:lnTo>
                    <a:pt x="1048" y="334"/>
                  </a:lnTo>
                  <a:cubicBezTo>
                    <a:pt x="1132" y="334"/>
                    <a:pt x="1215" y="251"/>
                    <a:pt x="1215" y="168"/>
                  </a:cubicBezTo>
                  <a:cubicBezTo>
                    <a:pt x="1215" y="72"/>
                    <a:pt x="1132" y="1"/>
                    <a:pt x="104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Google Shape;10621;p77">
              <a:extLst>
                <a:ext uri="{FF2B5EF4-FFF2-40B4-BE49-F238E27FC236}">
                  <a16:creationId xmlns:a16="http://schemas.microsoft.com/office/drawing/2014/main" id="{25C40680-F8DD-4CD0-8005-E4629717DB64}"/>
                </a:ext>
              </a:extLst>
            </p:cNvPr>
            <p:cNvSpPr/>
            <p:nvPr/>
          </p:nvSpPr>
          <p:spPr>
            <a:xfrm>
              <a:off x="2729286" y="2583131"/>
              <a:ext cx="35862" cy="35862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798" y="334"/>
                  </a:moveTo>
                  <a:lnTo>
                    <a:pt x="798" y="810"/>
                  </a:lnTo>
                  <a:lnTo>
                    <a:pt x="334" y="810"/>
                  </a:lnTo>
                  <a:lnTo>
                    <a:pt x="334" y="334"/>
                  </a:lnTo>
                  <a:close/>
                  <a:moveTo>
                    <a:pt x="167" y="0"/>
                  </a:moveTo>
                  <a:cubicBezTo>
                    <a:pt x="84" y="0"/>
                    <a:pt x="0" y="84"/>
                    <a:pt x="0" y="167"/>
                  </a:cubicBezTo>
                  <a:lnTo>
                    <a:pt x="0" y="977"/>
                  </a:lnTo>
                  <a:cubicBezTo>
                    <a:pt x="0" y="1060"/>
                    <a:pt x="84" y="1131"/>
                    <a:pt x="167" y="1131"/>
                  </a:cubicBezTo>
                  <a:lnTo>
                    <a:pt x="953" y="1131"/>
                  </a:lnTo>
                  <a:cubicBezTo>
                    <a:pt x="1048" y="1131"/>
                    <a:pt x="1119" y="1060"/>
                    <a:pt x="1119" y="977"/>
                  </a:cubicBezTo>
                  <a:lnTo>
                    <a:pt x="1119" y="167"/>
                  </a:lnTo>
                  <a:cubicBezTo>
                    <a:pt x="1131" y="84"/>
                    <a:pt x="1060" y="0"/>
                    <a:pt x="95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Google Shape;10622;p77">
              <a:extLst>
                <a:ext uri="{FF2B5EF4-FFF2-40B4-BE49-F238E27FC236}">
                  <a16:creationId xmlns:a16="http://schemas.microsoft.com/office/drawing/2014/main" id="{351A50CC-E74C-4D11-9B0C-C9F4F90C15FB}"/>
                </a:ext>
              </a:extLst>
            </p:cNvPr>
            <p:cNvSpPr/>
            <p:nvPr/>
          </p:nvSpPr>
          <p:spPr>
            <a:xfrm>
              <a:off x="2774176" y="2583131"/>
              <a:ext cx="35482" cy="35862"/>
            </a:xfrm>
            <a:custGeom>
              <a:avLst/>
              <a:gdLst/>
              <a:ahLst/>
              <a:cxnLst/>
              <a:rect l="l" t="t" r="r" b="b"/>
              <a:pathLst>
                <a:path w="1120" h="1132" extrusionOk="0">
                  <a:moveTo>
                    <a:pt x="786" y="334"/>
                  </a:moveTo>
                  <a:lnTo>
                    <a:pt x="786" y="810"/>
                  </a:lnTo>
                  <a:lnTo>
                    <a:pt x="333" y="810"/>
                  </a:lnTo>
                  <a:lnTo>
                    <a:pt x="333" y="334"/>
                  </a:lnTo>
                  <a:close/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977"/>
                  </a:lnTo>
                  <a:cubicBezTo>
                    <a:pt x="0" y="1060"/>
                    <a:pt x="72" y="1131"/>
                    <a:pt x="167" y="1131"/>
                  </a:cubicBezTo>
                  <a:lnTo>
                    <a:pt x="953" y="1131"/>
                  </a:lnTo>
                  <a:cubicBezTo>
                    <a:pt x="1048" y="1131"/>
                    <a:pt x="1119" y="1060"/>
                    <a:pt x="1119" y="977"/>
                  </a:cubicBezTo>
                  <a:lnTo>
                    <a:pt x="1119" y="167"/>
                  </a:lnTo>
                  <a:cubicBezTo>
                    <a:pt x="1119" y="84"/>
                    <a:pt x="1036" y="0"/>
                    <a:pt x="95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Google Shape;10623;p77">
              <a:extLst>
                <a:ext uri="{FF2B5EF4-FFF2-40B4-BE49-F238E27FC236}">
                  <a16:creationId xmlns:a16="http://schemas.microsoft.com/office/drawing/2014/main" id="{FB5E87EE-F1AB-43C4-A3DF-413A290A0D98}"/>
                </a:ext>
              </a:extLst>
            </p:cNvPr>
            <p:cNvSpPr/>
            <p:nvPr/>
          </p:nvSpPr>
          <p:spPr>
            <a:xfrm>
              <a:off x="2817926" y="2583131"/>
              <a:ext cx="35862" cy="35862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798" y="334"/>
                  </a:moveTo>
                  <a:lnTo>
                    <a:pt x="798" y="810"/>
                  </a:lnTo>
                  <a:lnTo>
                    <a:pt x="334" y="810"/>
                  </a:lnTo>
                  <a:lnTo>
                    <a:pt x="334" y="334"/>
                  </a:lnTo>
                  <a:close/>
                  <a:moveTo>
                    <a:pt x="167" y="0"/>
                  </a:moveTo>
                  <a:cubicBezTo>
                    <a:pt x="84" y="0"/>
                    <a:pt x="0" y="84"/>
                    <a:pt x="0" y="167"/>
                  </a:cubicBezTo>
                  <a:lnTo>
                    <a:pt x="0" y="977"/>
                  </a:lnTo>
                  <a:cubicBezTo>
                    <a:pt x="0" y="1060"/>
                    <a:pt x="84" y="1131"/>
                    <a:pt x="167" y="1131"/>
                  </a:cubicBezTo>
                  <a:lnTo>
                    <a:pt x="953" y="1131"/>
                  </a:lnTo>
                  <a:cubicBezTo>
                    <a:pt x="1048" y="1131"/>
                    <a:pt x="1119" y="1060"/>
                    <a:pt x="1119" y="977"/>
                  </a:cubicBezTo>
                  <a:lnTo>
                    <a:pt x="1119" y="167"/>
                  </a:lnTo>
                  <a:cubicBezTo>
                    <a:pt x="1131" y="84"/>
                    <a:pt x="1060" y="0"/>
                    <a:pt x="95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" name="Google Shape;10624;p77">
              <a:extLst>
                <a:ext uri="{FF2B5EF4-FFF2-40B4-BE49-F238E27FC236}">
                  <a16:creationId xmlns:a16="http://schemas.microsoft.com/office/drawing/2014/main" id="{62DC7829-9E10-4D28-896A-A9322D5227FF}"/>
                </a:ext>
              </a:extLst>
            </p:cNvPr>
            <p:cNvSpPr/>
            <p:nvPr/>
          </p:nvSpPr>
          <p:spPr>
            <a:xfrm>
              <a:off x="2653475" y="2431859"/>
              <a:ext cx="342873" cy="275394"/>
            </a:xfrm>
            <a:custGeom>
              <a:avLst/>
              <a:gdLst/>
              <a:ahLst/>
              <a:cxnLst/>
              <a:rect l="l" t="t" r="r" b="b"/>
              <a:pathLst>
                <a:path w="10823" h="8693" extrusionOk="0">
                  <a:moveTo>
                    <a:pt x="6429" y="3001"/>
                  </a:moveTo>
                  <a:cubicBezTo>
                    <a:pt x="6715" y="3870"/>
                    <a:pt x="7489" y="4513"/>
                    <a:pt x="8406" y="4585"/>
                  </a:cubicBezTo>
                  <a:lnTo>
                    <a:pt x="8406" y="7359"/>
                  </a:lnTo>
                  <a:lnTo>
                    <a:pt x="310" y="7359"/>
                  </a:lnTo>
                  <a:lnTo>
                    <a:pt x="310" y="3001"/>
                  </a:lnTo>
                  <a:close/>
                  <a:moveTo>
                    <a:pt x="8608" y="1"/>
                  </a:moveTo>
                  <a:cubicBezTo>
                    <a:pt x="7430" y="1"/>
                    <a:pt x="6477" y="906"/>
                    <a:pt x="6358" y="2073"/>
                  </a:cubicBezTo>
                  <a:lnTo>
                    <a:pt x="4798" y="2073"/>
                  </a:lnTo>
                  <a:cubicBezTo>
                    <a:pt x="4703" y="2073"/>
                    <a:pt x="4632" y="2144"/>
                    <a:pt x="4632" y="2239"/>
                  </a:cubicBezTo>
                  <a:cubicBezTo>
                    <a:pt x="4632" y="2323"/>
                    <a:pt x="4703" y="2394"/>
                    <a:pt x="4798" y="2394"/>
                  </a:cubicBezTo>
                  <a:lnTo>
                    <a:pt x="6334" y="2394"/>
                  </a:lnTo>
                  <a:cubicBezTo>
                    <a:pt x="6334" y="2489"/>
                    <a:pt x="6358" y="2561"/>
                    <a:pt x="6370" y="2656"/>
                  </a:cubicBezTo>
                  <a:lnTo>
                    <a:pt x="167" y="2656"/>
                  </a:lnTo>
                  <a:cubicBezTo>
                    <a:pt x="72" y="2656"/>
                    <a:pt x="0" y="2727"/>
                    <a:pt x="0" y="2811"/>
                  </a:cubicBezTo>
                  <a:lnTo>
                    <a:pt x="0" y="7502"/>
                  </a:lnTo>
                  <a:cubicBezTo>
                    <a:pt x="0" y="7597"/>
                    <a:pt x="72" y="7668"/>
                    <a:pt x="167" y="7668"/>
                  </a:cubicBezTo>
                  <a:lnTo>
                    <a:pt x="8608" y="7668"/>
                  </a:lnTo>
                  <a:cubicBezTo>
                    <a:pt x="8692" y="7668"/>
                    <a:pt x="8763" y="7597"/>
                    <a:pt x="8763" y="7502"/>
                  </a:cubicBezTo>
                  <a:lnTo>
                    <a:pt x="8763" y="4561"/>
                  </a:lnTo>
                  <a:cubicBezTo>
                    <a:pt x="8858" y="4561"/>
                    <a:pt x="8966" y="4537"/>
                    <a:pt x="9049" y="4513"/>
                  </a:cubicBezTo>
                  <a:lnTo>
                    <a:pt x="9049" y="8371"/>
                  </a:lnTo>
                  <a:lnTo>
                    <a:pt x="7787" y="8371"/>
                  </a:lnTo>
                  <a:cubicBezTo>
                    <a:pt x="7692" y="8371"/>
                    <a:pt x="7620" y="8442"/>
                    <a:pt x="7620" y="8526"/>
                  </a:cubicBezTo>
                  <a:cubicBezTo>
                    <a:pt x="7620" y="8621"/>
                    <a:pt x="7692" y="8692"/>
                    <a:pt x="7787" y="8692"/>
                  </a:cubicBezTo>
                  <a:lnTo>
                    <a:pt x="9216" y="8692"/>
                  </a:lnTo>
                  <a:cubicBezTo>
                    <a:pt x="9299" y="8692"/>
                    <a:pt x="9382" y="8621"/>
                    <a:pt x="9382" y="8526"/>
                  </a:cubicBezTo>
                  <a:lnTo>
                    <a:pt x="9382" y="4406"/>
                  </a:lnTo>
                  <a:cubicBezTo>
                    <a:pt x="9632" y="4323"/>
                    <a:pt x="9858" y="4180"/>
                    <a:pt x="10061" y="4001"/>
                  </a:cubicBezTo>
                  <a:cubicBezTo>
                    <a:pt x="10466" y="3644"/>
                    <a:pt x="10728" y="3168"/>
                    <a:pt x="10823" y="2632"/>
                  </a:cubicBezTo>
                  <a:cubicBezTo>
                    <a:pt x="10823" y="2596"/>
                    <a:pt x="10763" y="2501"/>
                    <a:pt x="10668" y="2489"/>
                  </a:cubicBezTo>
                  <a:cubicBezTo>
                    <a:pt x="10656" y="2486"/>
                    <a:pt x="10643" y="2484"/>
                    <a:pt x="10630" y="2484"/>
                  </a:cubicBezTo>
                  <a:cubicBezTo>
                    <a:pt x="10558" y="2484"/>
                    <a:pt x="10488" y="2539"/>
                    <a:pt x="10478" y="2620"/>
                  </a:cubicBezTo>
                  <a:cubicBezTo>
                    <a:pt x="10359" y="3358"/>
                    <a:pt x="9835" y="3942"/>
                    <a:pt x="9168" y="4156"/>
                  </a:cubicBezTo>
                  <a:lnTo>
                    <a:pt x="9144" y="4156"/>
                  </a:lnTo>
                  <a:cubicBezTo>
                    <a:pt x="8966" y="4216"/>
                    <a:pt x="8763" y="4239"/>
                    <a:pt x="8573" y="4239"/>
                  </a:cubicBezTo>
                  <a:cubicBezTo>
                    <a:pt x="7513" y="4239"/>
                    <a:pt x="6656" y="3358"/>
                    <a:pt x="6656" y="2287"/>
                  </a:cubicBezTo>
                  <a:cubicBezTo>
                    <a:pt x="6656" y="1215"/>
                    <a:pt x="7513" y="346"/>
                    <a:pt x="8573" y="346"/>
                  </a:cubicBezTo>
                  <a:cubicBezTo>
                    <a:pt x="9513" y="346"/>
                    <a:pt x="10335" y="1061"/>
                    <a:pt x="10478" y="1989"/>
                  </a:cubicBezTo>
                  <a:cubicBezTo>
                    <a:pt x="10490" y="2084"/>
                    <a:pt x="10585" y="2144"/>
                    <a:pt x="10668" y="2144"/>
                  </a:cubicBezTo>
                  <a:cubicBezTo>
                    <a:pt x="10763" y="2132"/>
                    <a:pt x="10823" y="2037"/>
                    <a:pt x="10823" y="1953"/>
                  </a:cubicBezTo>
                  <a:cubicBezTo>
                    <a:pt x="10751" y="1418"/>
                    <a:pt x="10478" y="918"/>
                    <a:pt x="10073" y="572"/>
                  </a:cubicBezTo>
                  <a:cubicBezTo>
                    <a:pt x="9656" y="215"/>
                    <a:pt x="9144" y="1"/>
                    <a:pt x="86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Google Shape;10625;p77">
              <a:extLst>
                <a:ext uri="{FF2B5EF4-FFF2-40B4-BE49-F238E27FC236}">
                  <a16:creationId xmlns:a16="http://schemas.microsoft.com/office/drawing/2014/main" id="{3F990E6D-C817-4AEF-A785-1168AA312ADA}"/>
                </a:ext>
              </a:extLst>
            </p:cNvPr>
            <p:cNvSpPr/>
            <p:nvPr/>
          </p:nvSpPr>
          <p:spPr>
            <a:xfrm>
              <a:off x="2881286" y="2460529"/>
              <a:ext cx="87532" cy="87912"/>
            </a:xfrm>
            <a:custGeom>
              <a:avLst/>
              <a:gdLst/>
              <a:ahLst/>
              <a:cxnLst/>
              <a:rect l="l" t="t" r="r" b="b"/>
              <a:pathLst>
                <a:path w="2763" h="2775" extrusionOk="0">
                  <a:moveTo>
                    <a:pt x="1414" y="703"/>
                  </a:moveTo>
                  <a:cubicBezTo>
                    <a:pt x="1786" y="703"/>
                    <a:pt x="2084" y="1020"/>
                    <a:pt x="2084" y="1406"/>
                  </a:cubicBezTo>
                  <a:cubicBezTo>
                    <a:pt x="2084" y="1787"/>
                    <a:pt x="1775" y="2108"/>
                    <a:pt x="1394" y="2108"/>
                  </a:cubicBezTo>
                  <a:cubicBezTo>
                    <a:pt x="1013" y="2108"/>
                    <a:pt x="715" y="1787"/>
                    <a:pt x="715" y="1406"/>
                  </a:cubicBezTo>
                  <a:cubicBezTo>
                    <a:pt x="715" y="1013"/>
                    <a:pt x="1024" y="703"/>
                    <a:pt x="1394" y="703"/>
                  </a:cubicBezTo>
                  <a:cubicBezTo>
                    <a:pt x="1400" y="703"/>
                    <a:pt x="1407" y="703"/>
                    <a:pt x="1414" y="703"/>
                  </a:cubicBezTo>
                  <a:close/>
                  <a:moveTo>
                    <a:pt x="1382" y="1"/>
                  </a:moveTo>
                  <a:cubicBezTo>
                    <a:pt x="1286" y="1"/>
                    <a:pt x="1215" y="72"/>
                    <a:pt x="1215" y="167"/>
                  </a:cubicBezTo>
                  <a:lnTo>
                    <a:pt x="1215" y="370"/>
                  </a:lnTo>
                  <a:cubicBezTo>
                    <a:pt x="1048" y="406"/>
                    <a:pt x="917" y="465"/>
                    <a:pt x="786" y="560"/>
                  </a:cubicBezTo>
                  <a:lnTo>
                    <a:pt x="632" y="406"/>
                  </a:lnTo>
                  <a:cubicBezTo>
                    <a:pt x="607" y="374"/>
                    <a:pt x="559" y="356"/>
                    <a:pt x="511" y="356"/>
                  </a:cubicBezTo>
                  <a:cubicBezTo>
                    <a:pt x="467" y="356"/>
                    <a:pt x="422" y="371"/>
                    <a:pt x="393" y="406"/>
                  </a:cubicBezTo>
                  <a:cubicBezTo>
                    <a:pt x="334" y="465"/>
                    <a:pt x="322" y="584"/>
                    <a:pt x="393" y="644"/>
                  </a:cubicBezTo>
                  <a:lnTo>
                    <a:pt x="548" y="798"/>
                  </a:lnTo>
                  <a:cubicBezTo>
                    <a:pt x="453" y="929"/>
                    <a:pt x="393" y="1072"/>
                    <a:pt x="370" y="1227"/>
                  </a:cubicBezTo>
                  <a:lnTo>
                    <a:pt x="155" y="1227"/>
                  </a:lnTo>
                  <a:cubicBezTo>
                    <a:pt x="72" y="1227"/>
                    <a:pt x="0" y="1299"/>
                    <a:pt x="0" y="1394"/>
                  </a:cubicBezTo>
                  <a:cubicBezTo>
                    <a:pt x="0" y="1477"/>
                    <a:pt x="72" y="1549"/>
                    <a:pt x="155" y="1549"/>
                  </a:cubicBezTo>
                  <a:lnTo>
                    <a:pt x="370" y="1549"/>
                  </a:lnTo>
                  <a:cubicBezTo>
                    <a:pt x="393" y="1715"/>
                    <a:pt x="453" y="1870"/>
                    <a:pt x="548" y="1989"/>
                  </a:cubicBezTo>
                  <a:lnTo>
                    <a:pt x="393" y="2132"/>
                  </a:lnTo>
                  <a:cubicBezTo>
                    <a:pt x="334" y="2191"/>
                    <a:pt x="334" y="2311"/>
                    <a:pt x="393" y="2370"/>
                  </a:cubicBezTo>
                  <a:cubicBezTo>
                    <a:pt x="429" y="2406"/>
                    <a:pt x="477" y="2418"/>
                    <a:pt x="512" y="2418"/>
                  </a:cubicBezTo>
                  <a:cubicBezTo>
                    <a:pt x="560" y="2418"/>
                    <a:pt x="608" y="2394"/>
                    <a:pt x="632" y="2370"/>
                  </a:cubicBezTo>
                  <a:lnTo>
                    <a:pt x="786" y="2227"/>
                  </a:lnTo>
                  <a:cubicBezTo>
                    <a:pt x="905" y="2311"/>
                    <a:pt x="1048" y="2370"/>
                    <a:pt x="1215" y="2406"/>
                  </a:cubicBezTo>
                  <a:lnTo>
                    <a:pt x="1215" y="2608"/>
                  </a:lnTo>
                  <a:cubicBezTo>
                    <a:pt x="1215" y="2703"/>
                    <a:pt x="1286" y="2775"/>
                    <a:pt x="1382" y="2775"/>
                  </a:cubicBezTo>
                  <a:cubicBezTo>
                    <a:pt x="1465" y="2775"/>
                    <a:pt x="1548" y="2703"/>
                    <a:pt x="1548" y="2608"/>
                  </a:cubicBezTo>
                  <a:lnTo>
                    <a:pt x="1548" y="2430"/>
                  </a:lnTo>
                  <a:cubicBezTo>
                    <a:pt x="1703" y="2394"/>
                    <a:pt x="1846" y="2346"/>
                    <a:pt x="1977" y="2251"/>
                  </a:cubicBezTo>
                  <a:lnTo>
                    <a:pt x="2120" y="2394"/>
                  </a:lnTo>
                  <a:cubicBezTo>
                    <a:pt x="2156" y="2430"/>
                    <a:pt x="2203" y="2442"/>
                    <a:pt x="2239" y="2442"/>
                  </a:cubicBezTo>
                  <a:cubicBezTo>
                    <a:pt x="2286" y="2442"/>
                    <a:pt x="2334" y="2430"/>
                    <a:pt x="2358" y="2394"/>
                  </a:cubicBezTo>
                  <a:cubicBezTo>
                    <a:pt x="2417" y="2346"/>
                    <a:pt x="2441" y="2215"/>
                    <a:pt x="2358" y="2156"/>
                  </a:cubicBezTo>
                  <a:lnTo>
                    <a:pt x="2215" y="2013"/>
                  </a:lnTo>
                  <a:cubicBezTo>
                    <a:pt x="2298" y="1882"/>
                    <a:pt x="2358" y="1727"/>
                    <a:pt x="2394" y="1584"/>
                  </a:cubicBezTo>
                  <a:lnTo>
                    <a:pt x="2596" y="1584"/>
                  </a:lnTo>
                  <a:cubicBezTo>
                    <a:pt x="2691" y="1584"/>
                    <a:pt x="2763" y="1501"/>
                    <a:pt x="2763" y="1418"/>
                  </a:cubicBezTo>
                  <a:cubicBezTo>
                    <a:pt x="2763" y="1299"/>
                    <a:pt x="2691" y="1227"/>
                    <a:pt x="2608" y="1227"/>
                  </a:cubicBezTo>
                  <a:lnTo>
                    <a:pt x="2394" y="1227"/>
                  </a:lnTo>
                  <a:cubicBezTo>
                    <a:pt x="2370" y="1060"/>
                    <a:pt x="2310" y="906"/>
                    <a:pt x="2215" y="798"/>
                  </a:cubicBezTo>
                  <a:lnTo>
                    <a:pt x="2370" y="644"/>
                  </a:lnTo>
                  <a:cubicBezTo>
                    <a:pt x="2417" y="584"/>
                    <a:pt x="2417" y="465"/>
                    <a:pt x="2370" y="406"/>
                  </a:cubicBezTo>
                  <a:cubicBezTo>
                    <a:pt x="2340" y="376"/>
                    <a:pt x="2292" y="361"/>
                    <a:pt x="2245" y="361"/>
                  </a:cubicBezTo>
                  <a:cubicBezTo>
                    <a:pt x="2197" y="361"/>
                    <a:pt x="2150" y="376"/>
                    <a:pt x="2120" y="406"/>
                  </a:cubicBezTo>
                  <a:lnTo>
                    <a:pt x="1977" y="560"/>
                  </a:lnTo>
                  <a:cubicBezTo>
                    <a:pt x="1858" y="465"/>
                    <a:pt x="1715" y="406"/>
                    <a:pt x="1548" y="370"/>
                  </a:cubicBezTo>
                  <a:lnTo>
                    <a:pt x="1548" y="167"/>
                  </a:lnTo>
                  <a:cubicBezTo>
                    <a:pt x="1548" y="72"/>
                    <a:pt x="1477" y="1"/>
                    <a:pt x="13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Google Shape;10626;p77">
              <a:extLst>
                <a:ext uri="{FF2B5EF4-FFF2-40B4-BE49-F238E27FC236}">
                  <a16:creationId xmlns:a16="http://schemas.microsoft.com/office/drawing/2014/main" id="{FED7DB03-4EB1-4D7D-9969-F61CDC005301}"/>
                </a:ext>
              </a:extLst>
            </p:cNvPr>
            <p:cNvSpPr/>
            <p:nvPr/>
          </p:nvSpPr>
          <p:spPr>
            <a:xfrm>
              <a:off x="2908436" y="2488059"/>
              <a:ext cx="33612" cy="33993"/>
            </a:xfrm>
            <a:custGeom>
              <a:avLst/>
              <a:gdLst/>
              <a:ahLst/>
              <a:cxnLst/>
              <a:rect l="l" t="t" r="r" b="b"/>
              <a:pathLst>
                <a:path w="1061" h="1073" extrusionOk="0">
                  <a:moveTo>
                    <a:pt x="525" y="346"/>
                  </a:moveTo>
                  <a:cubicBezTo>
                    <a:pt x="632" y="346"/>
                    <a:pt x="715" y="430"/>
                    <a:pt x="715" y="537"/>
                  </a:cubicBezTo>
                  <a:cubicBezTo>
                    <a:pt x="715" y="632"/>
                    <a:pt x="632" y="727"/>
                    <a:pt x="525" y="727"/>
                  </a:cubicBezTo>
                  <a:cubicBezTo>
                    <a:pt x="417" y="727"/>
                    <a:pt x="334" y="632"/>
                    <a:pt x="334" y="537"/>
                  </a:cubicBezTo>
                  <a:cubicBezTo>
                    <a:pt x="334" y="430"/>
                    <a:pt x="417" y="346"/>
                    <a:pt x="525" y="346"/>
                  </a:cubicBezTo>
                  <a:close/>
                  <a:moveTo>
                    <a:pt x="525" y="1"/>
                  </a:moveTo>
                  <a:cubicBezTo>
                    <a:pt x="239" y="1"/>
                    <a:pt x="1" y="239"/>
                    <a:pt x="1" y="537"/>
                  </a:cubicBezTo>
                  <a:cubicBezTo>
                    <a:pt x="1" y="834"/>
                    <a:pt x="239" y="1072"/>
                    <a:pt x="525" y="1072"/>
                  </a:cubicBezTo>
                  <a:cubicBezTo>
                    <a:pt x="810" y="1072"/>
                    <a:pt x="1048" y="834"/>
                    <a:pt x="1048" y="537"/>
                  </a:cubicBezTo>
                  <a:cubicBezTo>
                    <a:pt x="1060" y="239"/>
                    <a:pt x="822" y="1"/>
                    <a:pt x="5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3173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9" name="Google Shape;4059;p48"/>
          <p:cNvGrpSpPr/>
          <p:nvPr/>
        </p:nvGrpSpPr>
        <p:grpSpPr>
          <a:xfrm>
            <a:off x="6840333" y="-220281"/>
            <a:ext cx="2227588" cy="726522"/>
            <a:chOff x="3799000" y="1820400"/>
            <a:chExt cx="1039375" cy="338989"/>
          </a:xfrm>
        </p:grpSpPr>
        <p:sp>
          <p:nvSpPr>
            <p:cNvPr id="4060" name="Google Shape;4060;p4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4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4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4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4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4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4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4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4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4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4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4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4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4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4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4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4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4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4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4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4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4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4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4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4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4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4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4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4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4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4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4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4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4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4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4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6" name="Google Shape;4096;p48"/>
          <p:cNvSpPr/>
          <p:nvPr/>
        </p:nvSpPr>
        <p:spPr>
          <a:xfrm>
            <a:off x="1257494" y="2285695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7" name="Google Shape;4097;p48"/>
          <p:cNvSpPr txBox="1">
            <a:spLocks noGrp="1"/>
          </p:cNvSpPr>
          <p:nvPr>
            <p:ph type="title"/>
          </p:nvPr>
        </p:nvSpPr>
        <p:spPr>
          <a:xfrm>
            <a:off x="3521906" y="1690574"/>
            <a:ext cx="5354964" cy="22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FF00"/>
                </a:solidFill>
                <a:latin typeface="Arial Black" panose="020B0A04020102020204" pitchFamily="34" charset="0"/>
              </a:rPr>
              <a:t>Policies and Procedures supporting Cybersecurity Protection</a:t>
            </a:r>
            <a:endParaRPr sz="29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4098" name="Google Shape;4098;p48"/>
          <p:cNvSpPr txBox="1">
            <a:spLocks noGrp="1"/>
          </p:cNvSpPr>
          <p:nvPr>
            <p:ph type="title" idx="2"/>
          </p:nvPr>
        </p:nvSpPr>
        <p:spPr>
          <a:xfrm>
            <a:off x="1460594" y="2748895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pic>
        <p:nvPicPr>
          <p:cNvPr id="4099" name="Google Shape;409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324" y="260725"/>
            <a:ext cx="1080288" cy="73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0" name="Google Shape;410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0681" y="1984115"/>
            <a:ext cx="841225" cy="603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1" name="Google Shape;4101;p48"/>
          <p:cNvGrpSpPr/>
          <p:nvPr/>
        </p:nvGrpSpPr>
        <p:grpSpPr>
          <a:xfrm>
            <a:off x="7126920" y="4391944"/>
            <a:ext cx="1654413" cy="326167"/>
            <a:chOff x="2978333" y="5720819"/>
            <a:chExt cx="1654413" cy="326167"/>
          </a:xfrm>
        </p:grpSpPr>
        <p:sp>
          <p:nvSpPr>
            <p:cNvPr id="4102" name="Google Shape;4102;p48"/>
            <p:cNvSpPr/>
            <p:nvPr/>
          </p:nvSpPr>
          <p:spPr>
            <a:xfrm>
              <a:off x="4315694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48"/>
            <p:cNvSpPr/>
            <p:nvPr/>
          </p:nvSpPr>
          <p:spPr>
            <a:xfrm>
              <a:off x="450674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48"/>
            <p:cNvSpPr/>
            <p:nvPr/>
          </p:nvSpPr>
          <p:spPr>
            <a:xfrm>
              <a:off x="412464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48"/>
            <p:cNvSpPr/>
            <p:nvPr/>
          </p:nvSpPr>
          <p:spPr>
            <a:xfrm>
              <a:off x="4124643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48"/>
            <p:cNvSpPr/>
            <p:nvPr/>
          </p:nvSpPr>
          <p:spPr>
            <a:xfrm>
              <a:off x="3742539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48"/>
            <p:cNvSpPr/>
            <p:nvPr/>
          </p:nvSpPr>
          <p:spPr>
            <a:xfrm>
              <a:off x="3742539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48"/>
            <p:cNvSpPr/>
            <p:nvPr/>
          </p:nvSpPr>
          <p:spPr>
            <a:xfrm>
              <a:off x="3933591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48"/>
            <p:cNvSpPr/>
            <p:nvPr/>
          </p:nvSpPr>
          <p:spPr>
            <a:xfrm>
              <a:off x="3933591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48"/>
            <p:cNvSpPr/>
            <p:nvPr/>
          </p:nvSpPr>
          <p:spPr>
            <a:xfrm>
              <a:off x="3551488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48"/>
            <p:cNvSpPr/>
            <p:nvPr/>
          </p:nvSpPr>
          <p:spPr>
            <a:xfrm>
              <a:off x="3169384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48"/>
            <p:cNvSpPr/>
            <p:nvPr/>
          </p:nvSpPr>
          <p:spPr>
            <a:xfrm>
              <a:off x="336043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48"/>
            <p:cNvSpPr/>
            <p:nvPr/>
          </p:nvSpPr>
          <p:spPr>
            <a:xfrm>
              <a:off x="3360436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48"/>
            <p:cNvSpPr/>
            <p:nvPr/>
          </p:nvSpPr>
          <p:spPr>
            <a:xfrm>
              <a:off x="297833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15" name="Google Shape;411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6433" y="493601"/>
            <a:ext cx="942517" cy="1182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6" name="Google Shape;411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8267" y="1135022"/>
            <a:ext cx="456385" cy="687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7" name="Google Shape;4117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2342" y="429088"/>
            <a:ext cx="612313" cy="73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8" name="Google Shape;4118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9425" y="1340682"/>
            <a:ext cx="400185" cy="481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9" name="Google Shape;411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739" y="748245"/>
            <a:ext cx="567190" cy="386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0" name="Google Shape;412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0075" y="1165778"/>
            <a:ext cx="567190" cy="386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1" name="Google Shape;4011;p47"/>
          <p:cNvGrpSpPr/>
          <p:nvPr/>
        </p:nvGrpSpPr>
        <p:grpSpPr>
          <a:xfrm>
            <a:off x="3305690" y="670433"/>
            <a:ext cx="326624" cy="2227589"/>
            <a:chOff x="-1754623" y="1947770"/>
            <a:chExt cx="326624" cy="2227589"/>
          </a:xfrm>
        </p:grpSpPr>
        <p:sp>
          <p:nvSpPr>
            <p:cNvPr id="4012" name="Google Shape;4012;p47"/>
            <p:cNvSpPr/>
            <p:nvPr/>
          </p:nvSpPr>
          <p:spPr>
            <a:xfrm rot="5400000">
              <a:off x="-1554019" y="404933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47"/>
            <p:cNvSpPr/>
            <p:nvPr/>
          </p:nvSpPr>
          <p:spPr>
            <a:xfrm rot="5400000">
              <a:off x="-1554019" y="366723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47"/>
            <p:cNvSpPr/>
            <p:nvPr/>
          </p:nvSpPr>
          <p:spPr>
            <a:xfrm rot="5400000">
              <a:off x="-1554019" y="328513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47"/>
            <p:cNvSpPr/>
            <p:nvPr/>
          </p:nvSpPr>
          <p:spPr>
            <a:xfrm rot="5400000">
              <a:off x="-1554019" y="309408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47"/>
            <p:cNvSpPr/>
            <p:nvPr/>
          </p:nvSpPr>
          <p:spPr>
            <a:xfrm rot="5400000">
              <a:off x="-1554019" y="213882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47"/>
            <p:cNvSpPr/>
            <p:nvPr/>
          </p:nvSpPr>
          <p:spPr>
            <a:xfrm rot="5400000">
              <a:off x="-1554019" y="232987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47"/>
            <p:cNvSpPr/>
            <p:nvPr/>
          </p:nvSpPr>
          <p:spPr>
            <a:xfrm rot="5400000">
              <a:off x="-1554019" y="194777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47"/>
            <p:cNvSpPr/>
            <p:nvPr/>
          </p:nvSpPr>
          <p:spPr>
            <a:xfrm rot="5400000">
              <a:off x="-1754623" y="385828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47"/>
            <p:cNvSpPr/>
            <p:nvPr/>
          </p:nvSpPr>
          <p:spPr>
            <a:xfrm rot="5400000">
              <a:off x="-1754623" y="404933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47"/>
            <p:cNvSpPr/>
            <p:nvPr/>
          </p:nvSpPr>
          <p:spPr>
            <a:xfrm rot="5400000">
              <a:off x="-1754623" y="328513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47"/>
            <p:cNvSpPr/>
            <p:nvPr/>
          </p:nvSpPr>
          <p:spPr>
            <a:xfrm rot="5400000">
              <a:off x="-1754623" y="347618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47"/>
            <p:cNvSpPr/>
            <p:nvPr/>
          </p:nvSpPr>
          <p:spPr>
            <a:xfrm rot="5400000">
              <a:off x="-1754623" y="309408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47"/>
            <p:cNvSpPr/>
            <p:nvPr/>
          </p:nvSpPr>
          <p:spPr>
            <a:xfrm rot="5400000">
              <a:off x="-1754623" y="271197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47"/>
            <p:cNvSpPr/>
            <p:nvPr/>
          </p:nvSpPr>
          <p:spPr>
            <a:xfrm rot="5400000">
              <a:off x="-1754623" y="290302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47"/>
            <p:cNvSpPr/>
            <p:nvPr/>
          </p:nvSpPr>
          <p:spPr>
            <a:xfrm rot="5400000">
              <a:off x="-1754623" y="252092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47"/>
            <p:cNvSpPr/>
            <p:nvPr/>
          </p:nvSpPr>
          <p:spPr>
            <a:xfrm rot="5400000">
              <a:off x="-1754623" y="232987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47"/>
            <p:cNvSpPr/>
            <p:nvPr/>
          </p:nvSpPr>
          <p:spPr>
            <a:xfrm rot="5400000">
              <a:off x="-1754623" y="194777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29" name="Google Shape;402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4124" y="1176679"/>
            <a:ext cx="1030518" cy="7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0" name="Google Shape;403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512" y="2481175"/>
            <a:ext cx="2878150" cy="19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1" name="Google Shape;4031;p47"/>
          <p:cNvSpPr txBox="1">
            <a:spLocks noGrp="1"/>
          </p:cNvSpPr>
          <p:nvPr>
            <p:ph type="title" idx="2"/>
          </p:nvPr>
        </p:nvSpPr>
        <p:spPr>
          <a:xfrm>
            <a:off x="4816200" y="3398960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00"/>
                </a:solidFill>
                <a:latin typeface="Arial Black" panose="020B0A04020102020204" pitchFamily="34" charset="0"/>
              </a:rPr>
              <a:t>Use of HTTP Security Headers </a:t>
            </a:r>
            <a:endParaRPr sz="1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4032" name="Google Shape;4032;p47"/>
          <p:cNvSpPr txBox="1">
            <a:spLocks noGrp="1"/>
          </p:cNvSpPr>
          <p:nvPr>
            <p:ph type="subTitle" idx="1"/>
          </p:nvPr>
        </p:nvSpPr>
        <p:spPr>
          <a:xfrm>
            <a:off x="4880250" y="3662810"/>
            <a:ext cx="39369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latin typeface="Roboto" panose="02000000000000000000" pitchFamily="2" charset="0"/>
                <a:ea typeface="Roboto" panose="02000000000000000000" pitchFamily="2" charset="0"/>
              </a:rPr>
              <a:t>HTTP security header passes additional security features and information with HTTP requests or responses</a:t>
            </a:r>
            <a:endParaRPr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033" name="Google Shape;4033;p47"/>
          <p:cNvSpPr txBox="1">
            <a:spLocks noGrp="1"/>
          </p:cNvSpPr>
          <p:nvPr>
            <p:ph type="title" idx="3"/>
          </p:nvPr>
        </p:nvSpPr>
        <p:spPr>
          <a:xfrm>
            <a:off x="4930279" y="194799"/>
            <a:ext cx="3499353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00"/>
                </a:solidFill>
                <a:latin typeface="Arial Black" panose="020B0A04020102020204" pitchFamily="34" charset="0"/>
              </a:rPr>
              <a:t>Regular Patch Management</a:t>
            </a:r>
            <a:endParaRPr sz="1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4034" name="Google Shape;4034;p47"/>
          <p:cNvSpPr txBox="1">
            <a:spLocks noGrp="1"/>
          </p:cNvSpPr>
          <p:nvPr>
            <p:ph type="subTitle" idx="4"/>
          </p:nvPr>
        </p:nvSpPr>
        <p:spPr>
          <a:xfrm>
            <a:off x="4880250" y="391596"/>
            <a:ext cx="4126674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latin typeface="Roboto" panose="02000000000000000000" pitchFamily="2" charset="0"/>
                <a:ea typeface="Roboto" panose="02000000000000000000" pitchFamily="2" charset="0"/>
              </a:rPr>
              <a:t>Process where IT specialists deploy relevant updates to software, firmware, drivers and API’s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037" name="Google Shape;4037;p47"/>
          <p:cNvSpPr txBox="1">
            <a:spLocks noGrp="1"/>
          </p:cNvSpPr>
          <p:nvPr>
            <p:ph type="title" idx="7"/>
          </p:nvPr>
        </p:nvSpPr>
        <p:spPr>
          <a:xfrm>
            <a:off x="4880250" y="1030625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00"/>
                </a:solidFill>
                <a:latin typeface="Arial Black" panose="020B0A04020102020204" pitchFamily="34" charset="0"/>
              </a:rPr>
              <a:t>Access Control</a:t>
            </a:r>
            <a:endParaRPr sz="1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4038" name="Google Shape;4038;p47"/>
          <p:cNvSpPr txBox="1">
            <a:spLocks noGrp="1"/>
          </p:cNvSpPr>
          <p:nvPr>
            <p:ph type="subTitle" idx="8"/>
          </p:nvPr>
        </p:nvSpPr>
        <p:spPr>
          <a:xfrm>
            <a:off x="4806818" y="1241212"/>
            <a:ext cx="3702900" cy="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latin typeface="Roboto" panose="02000000000000000000" pitchFamily="2" charset="0"/>
                <a:ea typeface="Roboto" panose="02000000000000000000" pitchFamily="2" charset="0"/>
              </a:rPr>
              <a:t>A mechanism that controls or regulates the accessing of particular information in computing environment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039" name="Google Shape;4039;p47"/>
          <p:cNvSpPr/>
          <p:nvPr/>
        </p:nvSpPr>
        <p:spPr>
          <a:xfrm>
            <a:off x="4090040" y="260200"/>
            <a:ext cx="527700" cy="52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0" name="Google Shape;4040;p47"/>
          <p:cNvSpPr/>
          <p:nvPr/>
        </p:nvSpPr>
        <p:spPr>
          <a:xfrm>
            <a:off x="4109240" y="2162715"/>
            <a:ext cx="530400" cy="530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1" name="Google Shape;4041;p47"/>
          <p:cNvSpPr/>
          <p:nvPr/>
        </p:nvSpPr>
        <p:spPr>
          <a:xfrm>
            <a:off x="4109240" y="1213366"/>
            <a:ext cx="530400" cy="530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2" name="Google Shape;4042;p47"/>
          <p:cNvSpPr/>
          <p:nvPr/>
        </p:nvSpPr>
        <p:spPr>
          <a:xfrm>
            <a:off x="4088690" y="3373163"/>
            <a:ext cx="530400" cy="530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3" name="Google Shape;4043;p47"/>
          <p:cNvSpPr txBox="1">
            <a:spLocks noGrp="1"/>
          </p:cNvSpPr>
          <p:nvPr>
            <p:ph type="title" idx="15"/>
          </p:nvPr>
        </p:nvSpPr>
        <p:spPr>
          <a:xfrm>
            <a:off x="4024640" y="3441713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 sz="2400"/>
          </a:p>
        </p:txBody>
      </p:sp>
      <p:pic>
        <p:nvPicPr>
          <p:cNvPr id="4044" name="Google Shape;4044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150" y="1417472"/>
            <a:ext cx="759000" cy="960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5" name="Google Shape;4045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2700" y="1384178"/>
            <a:ext cx="1647000" cy="2607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6" name="Google Shape;4046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362" y="2656625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7" name="Google Shape;40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121" y="673637"/>
            <a:ext cx="1602225" cy="11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48" name="Google Shape;4048;p47"/>
          <p:cNvSpPr txBox="1">
            <a:spLocks noGrp="1"/>
          </p:cNvSpPr>
          <p:nvPr>
            <p:ph type="title" idx="9"/>
          </p:nvPr>
        </p:nvSpPr>
        <p:spPr>
          <a:xfrm>
            <a:off x="4024640" y="327400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049" name="Google Shape;4049;p47"/>
          <p:cNvSpPr txBox="1">
            <a:spLocks noGrp="1"/>
          </p:cNvSpPr>
          <p:nvPr>
            <p:ph type="title" idx="13"/>
          </p:nvPr>
        </p:nvSpPr>
        <p:spPr>
          <a:xfrm>
            <a:off x="4045190" y="1281916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50" name="Google Shape;4050;p47"/>
          <p:cNvSpPr txBox="1">
            <a:spLocks noGrp="1"/>
          </p:cNvSpPr>
          <p:nvPr>
            <p:ph type="title" idx="14"/>
          </p:nvPr>
        </p:nvSpPr>
        <p:spPr>
          <a:xfrm>
            <a:off x="4045190" y="2231265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051" name="Google Shape;4051;p47"/>
          <p:cNvSpPr txBox="1">
            <a:spLocks noGrp="1"/>
          </p:cNvSpPr>
          <p:nvPr>
            <p:ph type="title" idx="7"/>
          </p:nvPr>
        </p:nvSpPr>
        <p:spPr>
          <a:xfrm>
            <a:off x="4806818" y="2217325"/>
            <a:ext cx="3665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FF00"/>
                </a:solidFill>
                <a:latin typeface="Arial Black" panose="020B0A04020102020204" pitchFamily="34" charset="0"/>
              </a:rPr>
              <a:t>Continuous Security Control Testing</a:t>
            </a:r>
            <a:endParaRPr sz="16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4052" name="Google Shape;4052;p47"/>
          <p:cNvSpPr txBox="1">
            <a:spLocks noGrp="1"/>
          </p:cNvSpPr>
          <p:nvPr>
            <p:ph type="subTitle" idx="8"/>
          </p:nvPr>
        </p:nvSpPr>
        <p:spPr>
          <a:xfrm>
            <a:off x="4777718" y="2449560"/>
            <a:ext cx="3723300" cy="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latin typeface="Roboto" panose="02000000000000000000" pitchFamily="2" charset="0"/>
                <a:ea typeface="Roboto" panose="02000000000000000000" pitchFamily="2" charset="0"/>
              </a:rPr>
              <a:t>Important as it is able to identify weakness in the security measures implemented 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22E916-9455-467A-985D-9D1C1BE7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>
                <a:solidFill>
                  <a:srgbClr val="FFFF00"/>
                </a:solidFill>
                <a:latin typeface="Arial Black" panose="020B0A04020102020204" pitchFamily="34" charset="0"/>
              </a:rPr>
              <a:t>Conclusion</a:t>
            </a:r>
            <a:endParaRPr lang="en-FJ" sz="48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2DB0DB-38AF-4443-A1C5-3AD358E02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499" y="1751363"/>
            <a:ext cx="1502305" cy="16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52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>
            <a:extLst>
              <a:ext uri="{FF2B5EF4-FFF2-40B4-BE49-F238E27FC236}">
                <a16:creationId xmlns:a16="http://schemas.microsoft.com/office/drawing/2014/main" id="{15FF6629-BC71-4CA8-9CF1-AEF5C6CDB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685" y="576078"/>
            <a:ext cx="4222244" cy="3467112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2FB50721-4552-4605-9029-9E952DB84A59}"/>
              </a:ext>
            </a:extLst>
          </p:cNvPr>
          <p:cNvSpPr txBox="1"/>
          <p:nvPr/>
        </p:nvSpPr>
        <p:spPr>
          <a:xfrm>
            <a:off x="360388" y="1434066"/>
            <a:ext cx="37745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Pro/ Engineer Wildfire Website had severe vulnerabilities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Measures such as access control, regular patching and security control should be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Penetration testing plays an important part in preventing cyber incidents </a:t>
            </a:r>
            <a:endParaRPr lang="en-FJ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4CF375F-0E76-4617-8211-957C08C6F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594" y="72208"/>
            <a:ext cx="341406" cy="2237426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5DE3F5B8-30CC-47EA-B1C3-9706C6872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82835">
            <a:off x="303764" y="3862134"/>
            <a:ext cx="334769" cy="219393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FCA9726D-B76B-4473-8F63-8455F124E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423" y="-85396"/>
            <a:ext cx="1005927" cy="1322947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E4B7A3B8-7507-444C-A479-88F1E62CE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222" y="84307"/>
            <a:ext cx="1829699" cy="116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6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4282211-CDBF-424D-B637-75B49253DFE3}"/>
              </a:ext>
            </a:extLst>
          </p:cNvPr>
          <p:cNvSpPr txBox="1"/>
          <p:nvPr/>
        </p:nvSpPr>
        <p:spPr>
          <a:xfrm>
            <a:off x="2286000" y="27157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3200" b="1" dirty="0">
                <a:solidFill>
                  <a:srgbClr val="FFFF00"/>
                </a:solidFill>
                <a:latin typeface="Arial Black" panose="020B0A04020102020204" pitchFamily="34" charset="0"/>
              </a:rPr>
              <a:t>MEET THE TEAM</a:t>
            </a:r>
            <a:endParaRPr lang="en-FJ" sz="3200" b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3545C990-9AEA-4C5A-8A4F-D9344EA4A485}"/>
              </a:ext>
            </a:extLst>
          </p:cNvPr>
          <p:cNvGrpSpPr/>
          <p:nvPr/>
        </p:nvGrpSpPr>
        <p:grpSpPr>
          <a:xfrm>
            <a:off x="1453792" y="956198"/>
            <a:ext cx="2254103" cy="1888902"/>
            <a:chOff x="1073888" y="1015678"/>
            <a:chExt cx="1977656" cy="1612717"/>
          </a:xfrm>
        </p:grpSpPr>
        <p:pic>
          <p:nvPicPr>
            <p:cNvPr id="185" name="Picture 184">
              <a:extLst>
                <a:ext uri="{FF2B5EF4-FFF2-40B4-BE49-F238E27FC236}">
                  <a16:creationId xmlns:a16="http://schemas.microsoft.com/office/drawing/2014/main" id="{B6A11FFD-030A-4EB5-94C0-69E9818E5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2208" y="1015678"/>
              <a:ext cx="1201016" cy="1170533"/>
            </a:xfrm>
            <a:prstGeom prst="rect">
              <a:avLst/>
            </a:prstGeom>
          </p:spPr>
        </p:pic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3FC4F680-E1F1-4AF0-929D-95B770BA7A98}"/>
                </a:ext>
              </a:extLst>
            </p:cNvPr>
            <p:cNvSpPr txBox="1"/>
            <p:nvPr/>
          </p:nvSpPr>
          <p:spPr>
            <a:xfrm>
              <a:off x="1073888" y="2365620"/>
              <a:ext cx="1977656" cy="262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Krish Rao</a:t>
              </a:r>
              <a:endParaRPr lang="en-FJ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F1C3ED9-9273-4ECC-ADD6-250F7674E04E}"/>
              </a:ext>
            </a:extLst>
          </p:cNvPr>
          <p:cNvGrpSpPr/>
          <p:nvPr/>
        </p:nvGrpSpPr>
        <p:grpSpPr>
          <a:xfrm>
            <a:off x="5095209" y="938109"/>
            <a:ext cx="2485984" cy="1861097"/>
            <a:chOff x="5022111" y="1015677"/>
            <a:chExt cx="1977656" cy="1475190"/>
          </a:xfrm>
        </p:grpSpPr>
        <p:pic>
          <p:nvPicPr>
            <p:cNvPr id="188" name="Picture 187">
              <a:extLst>
                <a:ext uri="{FF2B5EF4-FFF2-40B4-BE49-F238E27FC236}">
                  <a16:creationId xmlns:a16="http://schemas.microsoft.com/office/drawing/2014/main" id="{747DFA83-6828-4B1A-89F5-B2B712497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13479" y="1015677"/>
              <a:ext cx="1194920" cy="1170533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6D1A6AC9-4A72-49B3-AEB0-D8E4568FACFF}"/>
                </a:ext>
              </a:extLst>
            </p:cNvPr>
            <p:cNvSpPr txBox="1"/>
            <p:nvPr/>
          </p:nvSpPr>
          <p:spPr>
            <a:xfrm>
              <a:off x="5022111" y="2246909"/>
              <a:ext cx="1977656" cy="243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Shivam Prasad</a:t>
              </a:r>
              <a:endParaRPr lang="en-FJ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AF0439D-BFF8-41F0-9048-5BBF8822456D}"/>
              </a:ext>
            </a:extLst>
          </p:cNvPr>
          <p:cNvGrpSpPr/>
          <p:nvPr/>
        </p:nvGrpSpPr>
        <p:grpSpPr>
          <a:xfrm>
            <a:off x="1389996" y="2879721"/>
            <a:ext cx="2381694" cy="1905073"/>
            <a:chOff x="1180214" y="3180573"/>
            <a:chExt cx="1977656" cy="1603632"/>
          </a:xfrm>
        </p:grpSpPr>
        <p:pic>
          <p:nvPicPr>
            <p:cNvPr id="187" name="Picture 186">
              <a:extLst>
                <a:ext uri="{FF2B5EF4-FFF2-40B4-BE49-F238E27FC236}">
                  <a16:creationId xmlns:a16="http://schemas.microsoft.com/office/drawing/2014/main" id="{AE2CA54D-16D8-4523-81FD-135064B94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8534" y="3180573"/>
              <a:ext cx="1201016" cy="1170533"/>
            </a:xfrm>
            <a:prstGeom prst="rect">
              <a:avLst/>
            </a:prstGeom>
          </p:spPr>
        </p:pic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BEF2E336-7CDB-4B25-9DB3-4A561D174ACC}"/>
                </a:ext>
              </a:extLst>
            </p:cNvPr>
            <p:cNvSpPr txBox="1"/>
            <p:nvPr/>
          </p:nvSpPr>
          <p:spPr>
            <a:xfrm>
              <a:off x="1180214" y="4525128"/>
              <a:ext cx="1977656" cy="259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Josephine Mudliar</a:t>
              </a:r>
              <a:endParaRPr lang="en-FJ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4B94C56B-620A-4869-93CB-7902F1FF1ECB}"/>
              </a:ext>
            </a:extLst>
          </p:cNvPr>
          <p:cNvGrpSpPr/>
          <p:nvPr/>
        </p:nvGrpSpPr>
        <p:grpSpPr>
          <a:xfrm>
            <a:off x="5144409" y="2879720"/>
            <a:ext cx="2381694" cy="1939643"/>
            <a:chOff x="5064641" y="2957289"/>
            <a:chExt cx="1977656" cy="1656697"/>
          </a:xfrm>
        </p:grpSpPr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55D6A021-3123-4C41-9E51-F7F6F0502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6009" y="2957289"/>
              <a:ext cx="1194920" cy="1164437"/>
            </a:xfrm>
            <a:prstGeom prst="rect">
              <a:avLst/>
            </a:prstGeom>
          </p:spPr>
        </p:pic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9E255B28-DD6D-4DE6-ACE4-8C6CAB00F9C2}"/>
                </a:ext>
              </a:extLst>
            </p:cNvPr>
            <p:cNvSpPr txBox="1"/>
            <p:nvPr/>
          </p:nvSpPr>
          <p:spPr>
            <a:xfrm>
              <a:off x="5064641" y="4351106"/>
              <a:ext cx="1977656" cy="262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Shaneel Singh</a:t>
              </a:r>
              <a:endParaRPr lang="en-FJ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5964407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Kill Chain by Slidesgo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518</Words>
  <Application>Microsoft Office PowerPoint</Application>
  <PresentationFormat>On-screen Show (16:9)</PresentationFormat>
  <Paragraphs>98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Alumni Sans Pinstripe</vt:lpstr>
      <vt:lpstr>Open Sans Medium</vt:lpstr>
      <vt:lpstr>Advent Pro</vt:lpstr>
      <vt:lpstr>Anek gurmukhi</vt:lpstr>
      <vt:lpstr>Roboto</vt:lpstr>
      <vt:lpstr>PT Sans</vt:lpstr>
      <vt:lpstr>Arial</vt:lpstr>
      <vt:lpstr>Arial Black</vt:lpstr>
      <vt:lpstr>Cyber Security Kill Chain by Slidesgo</vt:lpstr>
      <vt:lpstr>Penetration Testing For ProEngineer Website </vt:lpstr>
      <vt:lpstr>TABLE OF CONTENTS</vt:lpstr>
      <vt:lpstr>Terminology</vt:lpstr>
      <vt:lpstr>1.) Shodan </vt:lpstr>
      <vt:lpstr>2.) Penetration Testing </vt:lpstr>
      <vt:lpstr>Core Cybersecurity Principles Supported by Penetration Testing</vt:lpstr>
      <vt:lpstr>Risk Management</vt:lpstr>
      <vt:lpstr>Penetration Testing Process</vt:lpstr>
      <vt:lpstr>Step 1: Reconnaisse and Planning</vt:lpstr>
      <vt:lpstr>Step 2: Scanning for Current Vulnerabilities</vt:lpstr>
      <vt:lpstr>Vulnerability</vt:lpstr>
      <vt:lpstr>PAST VULNERABILITY ANALYSIS</vt:lpstr>
      <vt:lpstr>Further Analysis</vt:lpstr>
      <vt:lpstr>Benefits of Penetration Testing in Mitigating Risks</vt:lpstr>
      <vt:lpstr>Benefits</vt:lpstr>
      <vt:lpstr>Risk Management</vt:lpstr>
      <vt:lpstr>PowerPoint Presentation</vt:lpstr>
      <vt:lpstr>Policies and Procedures supporting Cybersecurity Protection</vt:lpstr>
      <vt:lpstr> Use of HTTP Security Headers 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Penetration Testing for ProEngineer Website </dc:title>
  <cp:lastModifiedBy>ADMIN</cp:lastModifiedBy>
  <cp:revision>25</cp:revision>
  <dcterms:modified xsi:type="dcterms:W3CDTF">2025-05-28T08:39:43Z</dcterms:modified>
</cp:coreProperties>
</file>