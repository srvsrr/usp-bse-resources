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9"/>
  </p:notesMasterIdLst>
  <p:handoutMasterIdLst>
    <p:handoutMasterId r:id="rId30"/>
  </p:handoutMasterIdLst>
  <p:sldIdLst>
    <p:sldId id="314" r:id="rId5"/>
    <p:sldId id="316" r:id="rId6"/>
    <p:sldId id="327" r:id="rId7"/>
    <p:sldId id="337" r:id="rId8"/>
    <p:sldId id="326" r:id="rId9"/>
    <p:sldId id="339" r:id="rId10"/>
    <p:sldId id="340" r:id="rId11"/>
    <p:sldId id="341" r:id="rId12"/>
    <p:sldId id="333" r:id="rId13"/>
    <p:sldId id="346" r:id="rId14"/>
    <p:sldId id="344" r:id="rId15"/>
    <p:sldId id="343" r:id="rId16"/>
    <p:sldId id="328" r:id="rId17"/>
    <p:sldId id="347" r:id="rId18"/>
    <p:sldId id="350" r:id="rId19"/>
    <p:sldId id="349" r:id="rId20"/>
    <p:sldId id="348" r:id="rId21"/>
    <p:sldId id="342" r:id="rId22"/>
    <p:sldId id="351" r:id="rId23"/>
    <p:sldId id="352" r:id="rId24"/>
    <p:sldId id="330" r:id="rId25"/>
    <p:sldId id="354" r:id="rId26"/>
    <p:sldId id="331" r:id="rId27"/>
    <p:sldId id="35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D399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49F6A4-4A34-4DD3-9AC8-C87B3320AE2A}" v="2025" dt="2025-05-06T02:55:52.0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1" autoAdjust="0"/>
    <p:restoredTop sz="95430" autoAdjust="0"/>
  </p:normalViewPr>
  <p:slideViewPr>
    <p:cSldViewPr snapToGrid="0">
      <p:cViewPr>
        <p:scale>
          <a:sx n="127" d="100"/>
          <a:sy n="127" d="100"/>
        </p:scale>
        <p:origin x="-248" y="7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v Chand" userId="e991ab2e3fcca5b7" providerId="LiveId" clId="{1349F6A4-4A34-4DD3-9AC8-C87B3320AE2A}"/>
    <pc:docChg chg="undo custSel addSld delSld modSld sldOrd">
      <pc:chgData name="Anav Chand" userId="e991ab2e3fcca5b7" providerId="LiveId" clId="{1349F6A4-4A34-4DD3-9AC8-C87B3320AE2A}" dt="2025-05-06T21:26:06.892" v="4711" actId="5793"/>
      <pc:docMkLst>
        <pc:docMk/>
      </pc:docMkLst>
      <pc:sldChg chg="del">
        <pc:chgData name="Anav Chand" userId="e991ab2e3fcca5b7" providerId="LiveId" clId="{1349F6A4-4A34-4DD3-9AC8-C87B3320AE2A}" dt="2025-05-02T22:51:02.728" v="261" actId="47"/>
        <pc:sldMkLst>
          <pc:docMk/>
          <pc:sldMk cId="769932640" sldId="309"/>
        </pc:sldMkLst>
      </pc:sldChg>
      <pc:sldChg chg="addSp delSp modSp mod modTransition modAnim">
        <pc:chgData name="Anav Chand" userId="e991ab2e3fcca5b7" providerId="LiveId" clId="{1349F6A4-4A34-4DD3-9AC8-C87B3320AE2A}" dt="2025-05-06T11:29:38.026" v="4668" actId="2711"/>
        <pc:sldMkLst>
          <pc:docMk/>
          <pc:sldMk cId="2945390068" sldId="314"/>
        </pc:sldMkLst>
        <pc:spChg chg="mod">
          <ac:chgData name="Anav Chand" userId="e991ab2e3fcca5b7" providerId="LiveId" clId="{1349F6A4-4A34-4DD3-9AC8-C87B3320AE2A}" dt="2025-05-06T11:29:38.026" v="4668" actId="2711"/>
          <ac:spMkLst>
            <pc:docMk/>
            <pc:sldMk cId="2945390068" sldId="314"/>
            <ac:spMk id="2" creationId="{35440D96-BFFB-05BD-30ED-0352500CD058}"/>
          </ac:spMkLst>
        </pc:spChg>
        <pc:spChg chg="add mod">
          <ac:chgData name="Anav Chand" userId="e991ab2e3fcca5b7" providerId="LiveId" clId="{1349F6A4-4A34-4DD3-9AC8-C87B3320AE2A}" dt="2025-05-06T11:29:24.279" v="4666" actId="113"/>
          <ac:spMkLst>
            <pc:docMk/>
            <pc:sldMk cId="2945390068" sldId="314"/>
            <ac:spMk id="8" creationId="{B7EFBB4A-2B2D-80B8-02CB-CBC885E13E37}"/>
          </ac:spMkLst>
        </pc:spChg>
      </pc:sldChg>
      <pc:sldChg chg="addSp delSp modSp del mod modClrScheme delAnim modAnim chgLayout">
        <pc:chgData name="Anav Chand" userId="e991ab2e3fcca5b7" providerId="LiveId" clId="{1349F6A4-4A34-4DD3-9AC8-C87B3320AE2A}" dt="2025-05-02T22:45:08.411" v="63" actId="2696"/>
        <pc:sldMkLst>
          <pc:docMk/>
          <pc:sldMk cId="542059410" sldId="315"/>
        </pc:sldMkLst>
      </pc:sldChg>
      <pc:sldChg chg="addSp delSp modSp mod modAnim">
        <pc:chgData name="Anav Chand" userId="e991ab2e3fcca5b7" providerId="LiveId" clId="{1349F6A4-4A34-4DD3-9AC8-C87B3320AE2A}" dt="2025-05-06T11:30:34.234" v="4670" actId="113"/>
        <pc:sldMkLst>
          <pc:docMk/>
          <pc:sldMk cId="4293742996" sldId="316"/>
        </pc:sldMkLst>
        <pc:spChg chg="mod">
          <ac:chgData name="Anav Chand" userId="e991ab2e3fcca5b7" providerId="LiveId" clId="{1349F6A4-4A34-4DD3-9AC8-C87B3320AE2A}" dt="2025-05-06T11:30:34.234" v="4670" actId="113"/>
          <ac:spMkLst>
            <pc:docMk/>
            <pc:sldMk cId="4293742996" sldId="316"/>
            <ac:spMk id="2" creationId="{6A36FD5F-786B-1974-5F47-94CA02CFA6E5}"/>
          </ac:spMkLst>
        </pc:spChg>
        <pc:spChg chg="add del mod">
          <ac:chgData name="Anav Chand" userId="e991ab2e3fcca5b7" providerId="LiveId" clId="{1349F6A4-4A34-4DD3-9AC8-C87B3320AE2A}" dt="2025-05-06T11:30:30.763" v="4669" actId="2711"/>
          <ac:spMkLst>
            <pc:docMk/>
            <pc:sldMk cId="4293742996" sldId="316"/>
            <ac:spMk id="6" creationId="{9E83DA20-F12F-7C1E-3335-8202186A8B65}"/>
          </ac:spMkLst>
        </pc:spChg>
      </pc:sldChg>
      <pc:sldChg chg="addSp delSp modSp add del mod">
        <pc:chgData name="Anav Chand" userId="e991ab2e3fcca5b7" providerId="LiveId" clId="{1349F6A4-4A34-4DD3-9AC8-C87B3320AE2A}" dt="2025-05-06T11:32:05.513" v="4684" actId="113"/>
        <pc:sldMkLst>
          <pc:docMk/>
          <pc:sldMk cId="412000632" sldId="318"/>
        </pc:sldMkLst>
        <pc:spChg chg="mod">
          <ac:chgData name="Anav Chand" userId="e991ab2e3fcca5b7" providerId="LiveId" clId="{1349F6A4-4A34-4DD3-9AC8-C87B3320AE2A}" dt="2025-05-06T11:32:05.513" v="4684" actId="113"/>
          <ac:spMkLst>
            <pc:docMk/>
            <pc:sldMk cId="412000632" sldId="318"/>
            <ac:spMk id="2" creationId="{018E4F0B-A6EB-861C-1C34-CAA9BDE47858}"/>
          </ac:spMkLst>
        </pc:spChg>
        <pc:spChg chg="add mod">
          <ac:chgData name="Anav Chand" userId="e991ab2e3fcca5b7" providerId="LiveId" clId="{1349F6A4-4A34-4DD3-9AC8-C87B3320AE2A}" dt="2025-05-06T11:32:03.441" v="4683" actId="2711"/>
          <ac:spMkLst>
            <pc:docMk/>
            <pc:sldMk cId="412000632" sldId="318"/>
            <ac:spMk id="12" creationId="{0BCD38C6-3CB1-3DF8-8C57-471C21C89728}"/>
          </ac:spMkLst>
        </pc:spChg>
        <pc:picChg chg="add mod">
          <ac:chgData name="Anav Chand" userId="e991ab2e3fcca5b7" providerId="LiveId" clId="{1349F6A4-4A34-4DD3-9AC8-C87B3320AE2A}" dt="2025-05-02T23:33:26.165" v="843" actId="408"/>
          <ac:picMkLst>
            <pc:docMk/>
            <pc:sldMk cId="412000632" sldId="318"/>
            <ac:picMk id="22" creationId="{8E32DA67-7635-09BD-DBC3-3E1ABE28A12B}"/>
          </ac:picMkLst>
        </pc:picChg>
        <pc:picChg chg="add mod">
          <ac:chgData name="Anav Chand" userId="e991ab2e3fcca5b7" providerId="LiveId" clId="{1349F6A4-4A34-4DD3-9AC8-C87B3320AE2A}" dt="2025-05-02T23:33:21.296" v="842" actId="12789"/>
          <ac:picMkLst>
            <pc:docMk/>
            <pc:sldMk cId="412000632" sldId="318"/>
            <ac:picMk id="24" creationId="{7EF33A34-4ABE-970F-3479-1C190BAB08BE}"/>
          </ac:picMkLst>
        </pc:picChg>
        <pc:picChg chg="add mod">
          <ac:chgData name="Anav Chand" userId="e991ab2e3fcca5b7" providerId="LiveId" clId="{1349F6A4-4A34-4DD3-9AC8-C87B3320AE2A}" dt="2025-05-02T23:33:26.165" v="843" actId="408"/>
          <ac:picMkLst>
            <pc:docMk/>
            <pc:sldMk cId="412000632" sldId="318"/>
            <ac:picMk id="30" creationId="{7B573E53-56EC-9BD9-7520-8B2A4BF81503}"/>
          </ac:picMkLst>
        </pc:picChg>
        <pc:picChg chg="add del mod">
          <ac:chgData name="Anav Chand" userId="e991ab2e3fcca5b7" providerId="LiveId" clId="{1349F6A4-4A34-4DD3-9AC8-C87B3320AE2A}" dt="2025-05-02T23:33:21.296" v="842" actId="12789"/>
          <ac:picMkLst>
            <pc:docMk/>
            <pc:sldMk cId="412000632" sldId="318"/>
            <ac:picMk id="32" creationId="{405C6CBA-A2F3-98E8-A2F5-6369496B9FF3}"/>
          </ac:picMkLst>
        </pc:picChg>
        <pc:picChg chg="add mod">
          <ac:chgData name="Anav Chand" userId="e991ab2e3fcca5b7" providerId="LiveId" clId="{1349F6A4-4A34-4DD3-9AC8-C87B3320AE2A}" dt="2025-05-02T23:33:26.165" v="843" actId="408"/>
          <ac:picMkLst>
            <pc:docMk/>
            <pc:sldMk cId="412000632" sldId="318"/>
            <ac:picMk id="34" creationId="{F8776B9B-2504-4C92-A237-0998DB108B12}"/>
          </ac:picMkLst>
        </pc:picChg>
      </pc:sldChg>
      <pc:sldChg chg="del">
        <pc:chgData name="Anav Chand" userId="e991ab2e3fcca5b7" providerId="LiveId" clId="{1349F6A4-4A34-4DD3-9AC8-C87B3320AE2A}" dt="2025-05-02T22:50:56.076" v="254" actId="2696"/>
        <pc:sldMkLst>
          <pc:docMk/>
          <pc:sldMk cId="1760417424" sldId="319"/>
        </pc:sldMkLst>
      </pc:sldChg>
      <pc:sldChg chg="del">
        <pc:chgData name="Anav Chand" userId="e991ab2e3fcca5b7" providerId="LiveId" clId="{1349F6A4-4A34-4DD3-9AC8-C87B3320AE2A}" dt="2025-05-02T22:50:58.454" v="255" actId="47"/>
        <pc:sldMkLst>
          <pc:docMk/>
          <pc:sldMk cId="430403476" sldId="320"/>
        </pc:sldMkLst>
      </pc:sldChg>
      <pc:sldChg chg="del">
        <pc:chgData name="Anav Chand" userId="e991ab2e3fcca5b7" providerId="LiveId" clId="{1349F6A4-4A34-4DD3-9AC8-C87B3320AE2A}" dt="2025-05-02T22:51:00.048" v="256" actId="47"/>
        <pc:sldMkLst>
          <pc:docMk/>
          <pc:sldMk cId="569699605" sldId="321"/>
        </pc:sldMkLst>
      </pc:sldChg>
      <pc:sldChg chg="del">
        <pc:chgData name="Anav Chand" userId="e991ab2e3fcca5b7" providerId="LiveId" clId="{1349F6A4-4A34-4DD3-9AC8-C87B3320AE2A}" dt="2025-05-02T22:51:00.708" v="257" actId="47"/>
        <pc:sldMkLst>
          <pc:docMk/>
          <pc:sldMk cId="1517447069" sldId="322"/>
        </pc:sldMkLst>
      </pc:sldChg>
      <pc:sldChg chg="del">
        <pc:chgData name="Anav Chand" userId="e991ab2e3fcca5b7" providerId="LiveId" clId="{1349F6A4-4A34-4DD3-9AC8-C87B3320AE2A}" dt="2025-05-02T22:51:01.414" v="258" actId="47"/>
        <pc:sldMkLst>
          <pc:docMk/>
          <pc:sldMk cId="2149261472" sldId="323"/>
        </pc:sldMkLst>
      </pc:sldChg>
      <pc:sldChg chg="del">
        <pc:chgData name="Anav Chand" userId="e991ab2e3fcca5b7" providerId="LiveId" clId="{1349F6A4-4A34-4DD3-9AC8-C87B3320AE2A}" dt="2025-05-02T22:51:01.843" v="259" actId="47"/>
        <pc:sldMkLst>
          <pc:docMk/>
          <pc:sldMk cId="2398406067" sldId="324"/>
        </pc:sldMkLst>
      </pc:sldChg>
      <pc:sldChg chg="del">
        <pc:chgData name="Anav Chand" userId="e991ab2e3fcca5b7" providerId="LiveId" clId="{1349F6A4-4A34-4DD3-9AC8-C87B3320AE2A}" dt="2025-05-02T22:51:02.189" v="260" actId="47"/>
        <pc:sldMkLst>
          <pc:docMk/>
          <pc:sldMk cId="2323500703" sldId="325"/>
        </pc:sldMkLst>
      </pc:sldChg>
      <pc:sldChg chg="delSp modSp mod modAnim">
        <pc:chgData name="Anav Chand" userId="e991ab2e3fcca5b7" providerId="LiveId" clId="{1349F6A4-4A34-4DD3-9AC8-C87B3320AE2A}" dt="2025-05-06T11:30:53.626" v="4674" actId="113"/>
        <pc:sldMkLst>
          <pc:docMk/>
          <pc:sldMk cId="2791654350" sldId="326"/>
        </pc:sldMkLst>
        <pc:spChg chg="mod">
          <ac:chgData name="Anav Chand" userId="e991ab2e3fcca5b7" providerId="LiveId" clId="{1349F6A4-4A34-4DD3-9AC8-C87B3320AE2A}" dt="2025-05-06T11:30:53.626" v="4674" actId="113"/>
          <ac:spMkLst>
            <pc:docMk/>
            <pc:sldMk cId="2791654350" sldId="326"/>
            <ac:spMk id="2" creationId="{0EE6B461-70A7-632E-2EF8-C3A3F1642F73}"/>
          </ac:spMkLst>
        </pc:spChg>
        <pc:spChg chg="mod">
          <ac:chgData name="Anav Chand" userId="e991ab2e3fcca5b7" providerId="LiveId" clId="{1349F6A4-4A34-4DD3-9AC8-C87B3320AE2A}" dt="2025-05-06T11:30:51.567" v="4673" actId="2711"/>
          <ac:spMkLst>
            <pc:docMk/>
            <pc:sldMk cId="2791654350" sldId="326"/>
            <ac:spMk id="3" creationId="{331E1B37-5C93-022F-ED1C-30638B5D3393}"/>
          </ac:spMkLst>
        </pc:spChg>
      </pc:sldChg>
      <pc:sldChg chg="modSp add mod modAnim">
        <pc:chgData name="Anav Chand" userId="e991ab2e3fcca5b7" providerId="LiveId" clId="{1349F6A4-4A34-4DD3-9AC8-C87B3320AE2A}" dt="2025-05-06T21:19:16.102" v="4708" actId="20577"/>
        <pc:sldMkLst>
          <pc:docMk/>
          <pc:sldMk cId="2547183231" sldId="327"/>
        </pc:sldMkLst>
        <pc:spChg chg="mod">
          <ac:chgData name="Anav Chand" userId="e991ab2e3fcca5b7" providerId="LiveId" clId="{1349F6A4-4A34-4DD3-9AC8-C87B3320AE2A}" dt="2025-05-06T11:30:45.770" v="4672" actId="113"/>
          <ac:spMkLst>
            <pc:docMk/>
            <pc:sldMk cId="2547183231" sldId="327"/>
            <ac:spMk id="2" creationId="{6D4C500D-E58B-D741-8986-B374AEE37FF5}"/>
          </ac:spMkLst>
        </pc:spChg>
        <pc:spChg chg="mod">
          <ac:chgData name="Anav Chand" userId="e991ab2e3fcca5b7" providerId="LiveId" clId="{1349F6A4-4A34-4DD3-9AC8-C87B3320AE2A}" dt="2025-05-06T21:19:16.102" v="4708" actId="20577"/>
          <ac:spMkLst>
            <pc:docMk/>
            <pc:sldMk cId="2547183231" sldId="327"/>
            <ac:spMk id="6" creationId="{410DE27D-496B-7E89-45ED-0CACE32D3B41}"/>
          </ac:spMkLst>
        </pc:spChg>
      </pc:sldChg>
      <pc:sldChg chg="addSp delSp modSp add mod modClrScheme chgLayout">
        <pc:chgData name="Anav Chand" userId="e991ab2e3fcca5b7" providerId="LiveId" clId="{1349F6A4-4A34-4DD3-9AC8-C87B3320AE2A}" dt="2025-05-06T11:32:12.959" v="4686" actId="113"/>
        <pc:sldMkLst>
          <pc:docMk/>
          <pc:sldMk cId="808816856" sldId="328"/>
        </pc:sldMkLst>
        <pc:spChg chg="mod ord">
          <ac:chgData name="Anav Chand" userId="e991ab2e3fcca5b7" providerId="LiveId" clId="{1349F6A4-4A34-4DD3-9AC8-C87B3320AE2A}" dt="2025-05-06T11:32:12.959" v="4686" actId="113"/>
          <ac:spMkLst>
            <pc:docMk/>
            <pc:sldMk cId="808816856" sldId="328"/>
            <ac:spMk id="2" creationId="{60DB1446-F58E-1CFE-6E51-9DE4EA74222B}"/>
          </ac:spMkLst>
        </pc:spChg>
        <pc:spChg chg="del mod">
          <ac:chgData name="Anav Chand" userId="e991ab2e3fcca5b7" providerId="LiveId" clId="{1349F6A4-4A34-4DD3-9AC8-C87B3320AE2A}" dt="2025-05-05T08:29:30.280" v="3532"/>
          <ac:spMkLst>
            <pc:docMk/>
            <pc:sldMk cId="808816856" sldId="328"/>
            <ac:spMk id="3" creationId="{77C811F8-17E9-28D0-040C-BD53A6E1EECD}"/>
          </ac:spMkLst>
        </pc:spChg>
        <pc:spChg chg="add del mod">
          <ac:chgData name="Anav Chand" userId="e991ab2e3fcca5b7" providerId="LiveId" clId="{1349F6A4-4A34-4DD3-9AC8-C87B3320AE2A}" dt="2025-05-05T08:40:54.149" v="3545" actId="21"/>
          <ac:spMkLst>
            <pc:docMk/>
            <pc:sldMk cId="808816856" sldId="328"/>
            <ac:spMk id="7" creationId="{0DB4D50F-C868-55B6-1118-45E5D85B9DCE}"/>
          </ac:spMkLst>
        </pc:spChg>
        <pc:spChg chg="add del mod ord">
          <ac:chgData name="Anav Chand" userId="e991ab2e3fcca5b7" providerId="LiveId" clId="{1349F6A4-4A34-4DD3-9AC8-C87B3320AE2A}" dt="2025-05-05T08:44:28.951" v="3614" actId="478"/>
          <ac:spMkLst>
            <pc:docMk/>
            <pc:sldMk cId="808816856" sldId="328"/>
            <ac:spMk id="8" creationId="{3E22B789-9CF7-4AC6-70C5-0086B4EC80F6}"/>
          </ac:spMkLst>
        </pc:spChg>
        <pc:spChg chg="add del mod ord">
          <ac:chgData name="Anav Chand" userId="e991ab2e3fcca5b7" providerId="LiveId" clId="{1349F6A4-4A34-4DD3-9AC8-C87B3320AE2A}" dt="2025-05-05T08:45:17.677" v="3636" actId="700"/>
          <ac:spMkLst>
            <pc:docMk/>
            <pc:sldMk cId="808816856" sldId="328"/>
            <ac:spMk id="9" creationId="{2D1FEA2F-6081-2570-6C0A-AA88833D7212}"/>
          </ac:spMkLst>
        </pc:spChg>
        <pc:picChg chg="add del mod ord">
          <ac:chgData name="Anav Chand" userId="e991ab2e3fcca5b7" providerId="LiveId" clId="{1349F6A4-4A34-4DD3-9AC8-C87B3320AE2A}" dt="2025-05-05T08:45:41.001" v="3642" actId="1076"/>
          <ac:picMkLst>
            <pc:docMk/>
            <pc:sldMk cId="808816856" sldId="328"/>
            <ac:picMk id="5" creationId="{A4589464-58CC-7267-9917-17953FEB69CA}"/>
          </ac:picMkLst>
        </pc:picChg>
      </pc:sldChg>
      <pc:sldChg chg="addSp delSp modSp add del mod">
        <pc:chgData name="Anav Chand" userId="e991ab2e3fcca5b7" providerId="LiveId" clId="{1349F6A4-4A34-4DD3-9AC8-C87B3320AE2A}" dt="2025-05-04T03:35:17.085" v="2897" actId="47"/>
        <pc:sldMkLst>
          <pc:docMk/>
          <pc:sldMk cId="1576407717" sldId="329"/>
        </pc:sldMkLst>
      </pc:sldChg>
      <pc:sldChg chg="addSp delSp modSp add mod">
        <pc:chgData name="Anav Chand" userId="e991ab2e3fcca5b7" providerId="LiveId" clId="{1349F6A4-4A34-4DD3-9AC8-C87B3320AE2A}" dt="2025-05-06T11:32:37.178" v="4691" actId="2711"/>
        <pc:sldMkLst>
          <pc:docMk/>
          <pc:sldMk cId="3198927105" sldId="330"/>
        </pc:sldMkLst>
        <pc:spChg chg="mod">
          <ac:chgData name="Anav Chand" userId="e991ab2e3fcca5b7" providerId="LiveId" clId="{1349F6A4-4A34-4DD3-9AC8-C87B3320AE2A}" dt="2025-05-06T11:32:26.212" v="4690" actId="113"/>
          <ac:spMkLst>
            <pc:docMk/>
            <pc:sldMk cId="3198927105" sldId="330"/>
            <ac:spMk id="2" creationId="{D6E5D201-76FA-C2F2-38A2-23A29378EA6A}"/>
          </ac:spMkLst>
        </pc:spChg>
        <pc:graphicFrameChg chg="add mod ord modGraphic">
          <ac:chgData name="Anav Chand" userId="e991ab2e3fcca5b7" providerId="LiveId" clId="{1349F6A4-4A34-4DD3-9AC8-C87B3320AE2A}" dt="2025-05-06T11:32:37.178" v="4691" actId="2711"/>
          <ac:graphicFrameMkLst>
            <pc:docMk/>
            <pc:sldMk cId="3198927105" sldId="330"/>
            <ac:graphicFrameMk id="12" creationId="{906C51CA-7DE8-11F0-B63B-C1D1DEE696B5}"/>
          </ac:graphicFrameMkLst>
        </pc:graphicFrameChg>
      </pc:sldChg>
      <pc:sldChg chg="delSp modSp add mod">
        <pc:chgData name="Anav Chand" userId="e991ab2e3fcca5b7" providerId="LiveId" clId="{1349F6A4-4A34-4DD3-9AC8-C87B3320AE2A}" dt="2025-05-06T21:26:06.892" v="4711" actId="5793"/>
        <pc:sldMkLst>
          <pc:docMk/>
          <pc:sldMk cId="2900485699" sldId="331"/>
        </pc:sldMkLst>
        <pc:spChg chg="mod">
          <ac:chgData name="Anav Chand" userId="e991ab2e3fcca5b7" providerId="LiveId" clId="{1349F6A4-4A34-4DD3-9AC8-C87B3320AE2A}" dt="2025-05-06T11:32:56.404" v="4696" actId="113"/>
          <ac:spMkLst>
            <pc:docMk/>
            <pc:sldMk cId="2900485699" sldId="331"/>
            <ac:spMk id="2" creationId="{3CDBEF6D-F894-C506-A7ED-E4C29654805C}"/>
          </ac:spMkLst>
        </pc:spChg>
        <pc:spChg chg="mod">
          <ac:chgData name="Anav Chand" userId="e991ab2e3fcca5b7" providerId="LiveId" clId="{1349F6A4-4A34-4DD3-9AC8-C87B3320AE2A}" dt="2025-05-06T21:26:06.892" v="4711" actId="5793"/>
          <ac:spMkLst>
            <pc:docMk/>
            <pc:sldMk cId="2900485699" sldId="331"/>
            <ac:spMk id="3" creationId="{2ADB9997-D9FB-D489-684D-60210E80D674}"/>
          </ac:spMkLst>
        </pc:spChg>
      </pc:sldChg>
      <pc:sldChg chg="modSp add mod">
        <pc:chgData name="Anav Chand" userId="e991ab2e3fcca5b7" providerId="LiveId" clId="{1349F6A4-4A34-4DD3-9AC8-C87B3320AE2A}" dt="2025-05-06T11:32:49.684" v="4694" actId="113"/>
        <pc:sldMkLst>
          <pc:docMk/>
          <pc:sldMk cId="4100013606" sldId="332"/>
        </pc:sldMkLst>
        <pc:spChg chg="mod">
          <ac:chgData name="Anav Chand" userId="e991ab2e3fcca5b7" providerId="LiveId" clId="{1349F6A4-4A34-4DD3-9AC8-C87B3320AE2A}" dt="2025-05-06T11:32:49.684" v="4694" actId="113"/>
          <ac:spMkLst>
            <pc:docMk/>
            <pc:sldMk cId="4100013606" sldId="332"/>
            <ac:spMk id="2" creationId="{1BCD95E0-774F-F0C8-876E-CA3521C4BA57}"/>
          </ac:spMkLst>
        </pc:spChg>
        <pc:graphicFrameChg chg="modGraphic">
          <ac:chgData name="Anav Chand" userId="e991ab2e3fcca5b7" providerId="LiveId" clId="{1349F6A4-4A34-4DD3-9AC8-C87B3320AE2A}" dt="2025-05-06T11:32:43.555" v="4692" actId="2711"/>
          <ac:graphicFrameMkLst>
            <pc:docMk/>
            <pc:sldMk cId="4100013606" sldId="332"/>
            <ac:graphicFrameMk id="12" creationId="{BA705AD1-27C6-2B7D-F45C-E97123BCEAB4}"/>
          </ac:graphicFrameMkLst>
        </pc:graphicFrameChg>
      </pc:sldChg>
      <pc:sldChg chg="modSp add mod">
        <pc:chgData name="Anav Chand" userId="e991ab2e3fcca5b7" providerId="LiveId" clId="{1349F6A4-4A34-4DD3-9AC8-C87B3320AE2A}" dt="2025-05-06T11:32:19.939" v="4688" actId="113"/>
        <pc:sldMkLst>
          <pc:docMk/>
          <pc:sldMk cId="1538712636" sldId="333"/>
        </pc:sldMkLst>
        <pc:spChg chg="mod">
          <ac:chgData name="Anav Chand" userId="e991ab2e3fcca5b7" providerId="LiveId" clId="{1349F6A4-4A34-4DD3-9AC8-C87B3320AE2A}" dt="2025-05-06T11:32:19.939" v="4688" actId="113"/>
          <ac:spMkLst>
            <pc:docMk/>
            <pc:sldMk cId="1538712636" sldId="333"/>
            <ac:spMk id="2" creationId="{742077F0-F163-6627-5FDF-2CD393D8DB4E}"/>
          </ac:spMkLst>
        </pc:spChg>
        <pc:spChg chg="mod">
          <ac:chgData name="Anav Chand" userId="e991ab2e3fcca5b7" providerId="LiveId" clId="{1349F6A4-4A34-4DD3-9AC8-C87B3320AE2A}" dt="2025-05-06T11:32:18.164" v="4687" actId="2711"/>
          <ac:spMkLst>
            <pc:docMk/>
            <pc:sldMk cId="1538712636" sldId="333"/>
            <ac:spMk id="3" creationId="{061941D4-9AA0-5B1A-1BB2-01D65CE5FBB8}"/>
          </ac:spMkLst>
        </pc:spChg>
      </pc:sldChg>
      <pc:sldChg chg="addSp delSp modSp add mod ord">
        <pc:chgData name="Anav Chand" userId="e991ab2e3fcca5b7" providerId="LiveId" clId="{1349F6A4-4A34-4DD3-9AC8-C87B3320AE2A}" dt="2025-05-06T11:31:26.549" v="4676" actId="113"/>
        <pc:sldMkLst>
          <pc:docMk/>
          <pc:sldMk cId="1186639637" sldId="334"/>
        </pc:sldMkLst>
        <pc:spChg chg="mod">
          <ac:chgData name="Anav Chand" userId="e991ab2e3fcca5b7" providerId="LiveId" clId="{1349F6A4-4A34-4DD3-9AC8-C87B3320AE2A}" dt="2025-05-06T11:31:26.549" v="4676" actId="113"/>
          <ac:spMkLst>
            <pc:docMk/>
            <pc:sldMk cId="1186639637" sldId="334"/>
            <ac:spMk id="2" creationId="{303CC80D-0F9C-3053-C7B7-20C52A20B9F4}"/>
          </ac:spMkLst>
        </pc:spChg>
        <pc:spChg chg="add del mod">
          <ac:chgData name="Anav Chand" userId="e991ab2e3fcca5b7" providerId="LiveId" clId="{1349F6A4-4A34-4DD3-9AC8-C87B3320AE2A}" dt="2025-05-05T08:50:20.512" v="3727"/>
          <ac:spMkLst>
            <pc:docMk/>
            <pc:sldMk cId="1186639637" sldId="334"/>
            <ac:spMk id="4" creationId="{DC0B5A22-E720-65D9-92C3-6DC9E9C7FA44}"/>
          </ac:spMkLst>
        </pc:spChg>
        <pc:spChg chg="add del mod">
          <ac:chgData name="Anav Chand" userId="e991ab2e3fcca5b7" providerId="LiveId" clId="{1349F6A4-4A34-4DD3-9AC8-C87B3320AE2A}" dt="2025-05-06T02:49:32.085" v="4429" actId="22"/>
          <ac:spMkLst>
            <pc:docMk/>
            <pc:sldMk cId="1186639637" sldId="334"/>
            <ac:spMk id="8" creationId="{26A0F939-EA50-B78F-2BDA-4EED34B42C88}"/>
          </ac:spMkLst>
        </pc:spChg>
        <pc:picChg chg="add mod ord modCrop">
          <ac:chgData name="Anav Chand" userId="e991ab2e3fcca5b7" providerId="LiveId" clId="{1349F6A4-4A34-4DD3-9AC8-C87B3320AE2A}" dt="2025-05-06T02:52:41.770" v="4437" actId="14100"/>
          <ac:picMkLst>
            <pc:docMk/>
            <pc:sldMk cId="1186639637" sldId="334"/>
            <ac:picMk id="4" creationId="{7E429972-8C43-A530-C64D-64EA091BD04B}"/>
          </ac:picMkLst>
        </pc:picChg>
        <pc:picChg chg="del mod">
          <ac:chgData name="Anav Chand" userId="e991ab2e3fcca5b7" providerId="LiveId" clId="{1349F6A4-4A34-4DD3-9AC8-C87B3320AE2A}" dt="2025-05-05T08:48:52.912" v="3724" actId="478"/>
          <ac:picMkLst>
            <pc:docMk/>
            <pc:sldMk cId="1186639637" sldId="334"/>
            <ac:picMk id="5" creationId="{017CC42C-DCAE-7DF7-F8A8-C978E65EEB67}"/>
          </ac:picMkLst>
        </pc:picChg>
        <pc:picChg chg="add del mod">
          <ac:chgData name="Anav Chand" userId="e991ab2e3fcca5b7" providerId="LiveId" clId="{1349F6A4-4A34-4DD3-9AC8-C87B3320AE2A}" dt="2025-05-05T08:58:16.006" v="3733" actId="478"/>
          <ac:picMkLst>
            <pc:docMk/>
            <pc:sldMk cId="1186639637" sldId="334"/>
            <ac:picMk id="6" creationId="{3FADF2B3-9A8F-6DE8-07D3-ECCA206FA40A}"/>
          </ac:picMkLst>
        </pc:picChg>
      </pc:sldChg>
      <pc:sldChg chg="addSp delSp modSp add mod ord">
        <pc:chgData name="Anav Chand" userId="e991ab2e3fcca5b7" providerId="LiveId" clId="{1349F6A4-4A34-4DD3-9AC8-C87B3320AE2A}" dt="2025-05-06T20:38:35.211" v="4703" actId="20577"/>
        <pc:sldMkLst>
          <pc:docMk/>
          <pc:sldMk cId="3454956248" sldId="335"/>
        </pc:sldMkLst>
        <pc:spChg chg="mod">
          <ac:chgData name="Anav Chand" userId="e991ab2e3fcca5b7" providerId="LiveId" clId="{1349F6A4-4A34-4DD3-9AC8-C87B3320AE2A}" dt="2025-05-06T11:31:56.390" v="4682" actId="113"/>
          <ac:spMkLst>
            <pc:docMk/>
            <pc:sldMk cId="3454956248" sldId="335"/>
            <ac:spMk id="2" creationId="{50717A7C-4E89-92B1-84AC-92592E6D5BFD}"/>
          </ac:spMkLst>
        </pc:spChg>
        <pc:spChg chg="add mod">
          <ac:chgData name="Anav Chand" userId="e991ab2e3fcca5b7" providerId="LiveId" clId="{1349F6A4-4A34-4DD3-9AC8-C87B3320AE2A}" dt="2025-05-06T20:38:35.211" v="4703" actId="20577"/>
          <ac:spMkLst>
            <pc:docMk/>
            <pc:sldMk cId="3454956248" sldId="335"/>
            <ac:spMk id="4" creationId="{4410E939-AA42-A62A-49E6-A14E400FE5CC}"/>
          </ac:spMkLst>
        </pc:spChg>
        <pc:picChg chg="del">
          <ac:chgData name="Anav Chand" userId="e991ab2e3fcca5b7" providerId="LiveId" clId="{1349F6A4-4A34-4DD3-9AC8-C87B3320AE2A}" dt="2025-05-05T08:46:49.462" v="3645" actId="478"/>
          <ac:picMkLst>
            <pc:docMk/>
            <pc:sldMk cId="3454956248" sldId="335"/>
            <ac:picMk id="5" creationId="{070BA31C-F579-28C1-C1FC-8363B7A57A61}"/>
          </ac:picMkLst>
        </pc:picChg>
      </pc:sldChg>
      <pc:sldChg chg="modSp add mod ord">
        <pc:chgData name="Anav Chand" userId="e991ab2e3fcca5b7" providerId="LiveId" clId="{1349F6A4-4A34-4DD3-9AC8-C87B3320AE2A}" dt="2025-05-06T11:31:39.814" v="4680" actId="113"/>
        <pc:sldMkLst>
          <pc:docMk/>
          <pc:sldMk cId="3175214875" sldId="336"/>
        </pc:sldMkLst>
        <pc:spChg chg="mod">
          <ac:chgData name="Anav Chand" userId="e991ab2e3fcca5b7" providerId="LiveId" clId="{1349F6A4-4A34-4DD3-9AC8-C87B3320AE2A}" dt="2025-05-06T11:31:39.814" v="4680" actId="113"/>
          <ac:spMkLst>
            <pc:docMk/>
            <pc:sldMk cId="3175214875" sldId="336"/>
            <ac:spMk id="2" creationId="{088F088C-C19C-D1C6-8E9B-3C317732AA11}"/>
          </ac:spMkLst>
        </pc:spChg>
        <pc:spChg chg="mod">
          <ac:chgData name="Anav Chand" userId="e991ab2e3fcca5b7" providerId="LiveId" clId="{1349F6A4-4A34-4DD3-9AC8-C87B3320AE2A}" dt="2025-05-06T11:31:37.536" v="4679" actId="113"/>
          <ac:spMkLst>
            <pc:docMk/>
            <pc:sldMk cId="3175214875" sldId="336"/>
            <ac:spMk id="4" creationId="{56A92EC4-04C7-508E-0625-5522009DEB6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5/10/25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5/10/25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CC55E-6553-0346-C2A1-F753448ED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F0552-02D4-09A0-8453-91443D892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BC610-0E98-804A-B2FA-79E3254E4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26539-20D9-7711-AF49-4A221AD6F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02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0BE28-B74F-7696-8856-0CA05DABA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969EF-61DA-D0F2-1F46-4227AB53E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515AA-51FF-8E55-1449-60430D649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7337A-8145-18FE-5413-FB8BB0233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846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81D8E-B24C-45C5-57FA-0C9AE7B9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5A266-A572-881B-B95C-D0406CEBC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7616D-9FAC-9EFA-B634-B00962014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A7830-8B7A-E565-C2E5-7E0977D32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667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71D5F-B459-72DF-F793-77BEF08DF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EBEDA-B791-11E5-881D-84110BCCC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A94E4-D5BC-1E24-FC2C-EC4FADEC1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6D3BE-8FA8-6CA3-BC19-69A92378C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004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D3036-F3DC-9514-F9EF-EDD36EFF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B03A0-F0AD-306E-0F58-BE41A8425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55947-452A-8982-0ACA-08C45FEC8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04789-E7FA-BC53-348F-7644673AD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457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5CBBC-BB41-C2C3-6ACE-633BF86A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11437-B5A0-8604-CB10-D5EDE1B30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ABCBC-6146-193B-D2F9-D411DAA73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22AF0-02B6-C294-9A55-56FE00C5F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1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F7396-C264-DD25-57C1-ABAFC625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35CBBC-61D7-B946-B1D9-0BC6C6A4C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06BAE-5A5C-7CD4-35B3-1EF98F523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FEF67-EAFF-67B6-AE9D-CFCA8F6CB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407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ACA1-F219-1D51-3F92-ADC0DE1A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A8615-117C-432D-9181-D9916F78D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CB549-8B5E-1722-1F0A-F6399B5FB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F36C2-CAD8-8772-E313-BF9F28B9F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276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2140C-6B4A-8FC0-7C91-A2CF1C988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04533-77FA-AEBD-ACBF-5AA800606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40599-C9A1-5F3E-C56D-C6BD83BA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964FE-52F8-30A5-B7DE-9ADFE64D0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925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2431-BC7A-2C6F-5CFB-016EBB7BE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C27E1-9098-6636-AAEF-E6D464201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67F34-31D7-EED7-C2BE-25B4A10B8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873D1-8CA4-0120-A4C9-0C1DB1AFB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417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62320-B484-1289-1FB6-8C41BF717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14A28-6EBC-B84A-28B8-A95D5D21E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422A5-0D2D-88FD-D2EF-82AADD4EF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ABD1F-C99A-A729-F385-F0050256D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4261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D7233-EAAD-A51E-5324-703D082A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07E6D-C3D1-0681-9451-3C61333E8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EBB32B-7C3C-5D13-2687-02DC98F40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61089-E39E-82AF-D8B1-95126A0C0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0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A9E19-042E-B881-74EC-545E3821D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2DA21-F37D-2416-496E-66864DC22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49B30-0220-B757-CC84-16CE6DFBA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76AE2-D444-755D-A6E3-ED2E5A62B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4525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5EA3C-5C54-3D36-11D0-B9C8D79B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FBA7B-AF80-9D6B-1847-91F80BDB2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E5353-AB2D-D3E8-4283-2A413153F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02342-EEC1-7018-8C25-7C2EA3D3E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051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B0E17-0B0D-8DD0-DFF1-81E1F98D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E2476-D3BE-AB01-CF72-ABBD91721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577E9-D9A4-A273-2A8D-EFB814604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1BE85-8CC3-D252-7B79-7555244C5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6020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33AA-06A4-BA19-C689-5A2D1CB89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15A9D-1A69-CEE4-40DB-D01641156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5150D-3C57-BE87-EF92-78965051A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2C383-7ECB-AD48-1F12-2B97B010C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51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3FCE4-30E9-EE12-297E-1ACCFFD16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DFCFB-062C-882D-920A-453551653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15F71-85F1-1106-4AE5-B4CC44952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BCB9B-DBB7-9AF5-6313-676BE54AE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571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5CB28-5D99-8B8B-9A6E-D0C2CE16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E1B0A-3259-B6C2-9FB3-05C96A795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76007-C4E3-48E5-B2EF-3EB1345D0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A49F2-6216-004D-3943-307A18B4C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9250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AC03-531A-8DE6-BA89-974BAA28B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107C1-4AF1-96AA-C20B-8630C5EFD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C3554-D286-9805-5980-850585853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70CE0-48A0-2546-DB6E-66DD15EF4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0014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09A9-FE32-49A2-6E18-1D528F15C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E6270-B6FC-2CBB-0A6C-F734E55AF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FDF44-B335-831C-975F-7900401D0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E56AB-A9B6-9D9D-A00D-207F34E10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902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44720-E4FA-D1AC-B466-23F3B1110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FDFC0-0ADC-D4C0-2004-73A264715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EFF4A-93B0-36CF-C847-9E1C88CD0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763A0-CD78-B970-D212-9A59B7E96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894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835149" cy="5170436"/>
          </a:xfrm>
        </p:spPr>
        <p:txBody>
          <a:bodyPr>
            <a:normAutofit/>
          </a:bodyPr>
          <a:lstStyle/>
          <a:p>
            <a:br>
              <a:rPr lang="en-US" sz="72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</a:br>
            <a:r>
              <a:rPr lang="en-US" sz="72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Best Health </a:t>
            </a:r>
            <a:br>
              <a:rPr lang="en-US" sz="72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</a:br>
            <a:r>
              <a:rPr lang="en-US" sz="72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Website specification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FBB4A-2B2D-80B8-02CB-CBC885E13E37}"/>
              </a:ext>
            </a:extLst>
          </p:cNvPr>
          <p:cNvSpPr txBox="1"/>
          <p:nvPr/>
        </p:nvSpPr>
        <p:spPr>
          <a:xfrm>
            <a:off x="914399" y="5909187"/>
            <a:ext cx="3333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BSE Web Devs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55293"/>
            <a:ext cx="7273637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3DA20-F12F-7C1E-3335-8202186A8B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219769" cy="4586082"/>
          </a:xfrm>
        </p:spPr>
        <p:txBody>
          <a:bodyPr>
            <a:no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Provide secure therapy sessions, informative blogs, mental health self-assessment, and RSS updates.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Promote mental wellness through digital accessibility.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Reach vulnerable populations (youth, people with personal challenges, elderly) and provide mental health guidance</a:t>
            </a:r>
          </a:p>
          <a:p>
            <a:pPr marL="0" indent="0">
              <a:buNone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endParaRPr lang="en-GB" sz="2000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sz="24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2988-F71C-C37C-B467-C954AC1E6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500D-E58B-D741-8986-B374AEE37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55293"/>
            <a:ext cx="7273637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Content Goals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DE27D-496B-7E89-45ED-0CACE32D3B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21195"/>
            <a:ext cx="7914969" cy="4155757"/>
          </a:xfrm>
        </p:spPr>
        <p:txBody>
          <a:bodyPr>
            <a:no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 Interest Content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Mental health and wellness information accessible to general public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E-commerce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Booking therapy sessions with payment gateways. </a:t>
            </a:r>
          </a:p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Portal Features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authentication and role-based access (therapist vs. public user views).</a:t>
            </a:r>
          </a:p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Blog Content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Therapist-written articles for mental health education.</a:t>
            </a:r>
          </a:p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RSS Feed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Automatic content distribution of blog updates.</a:t>
            </a:r>
            <a:endParaRPr lang="en-US" sz="20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18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610C4-27DA-9E5D-E581-DC619DF9C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1521D-75D8-8912-487D-003ACD6ED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55293"/>
            <a:ext cx="7273637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Content goals (cont’d)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DAFD6-4D85-B505-D5C2-2322B02A63DA}"/>
              </a:ext>
            </a:extLst>
          </p:cNvPr>
          <p:cNvSpPr txBox="1"/>
          <p:nvPr/>
        </p:nvSpPr>
        <p:spPr>
          <a:xfrm>
            <a:off x="1415142" y="2505670"/>
            <a:ext cx="91486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J">
                <a:solidFill>
                  <a:srgbClr val="000000"/>
                </a:solidFill>
                <a:latin typeface="Helvetica" pitchFamily="2" charset="0"/>
              </a:rPr>
              <a:t>*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Include screenshots of the website features that demonstrate the content goal/s stated.</a:t>
            </a:r>
          </a:p>
          <a:p>
            <a:endParaRPr lang="en-FJ"/>
          </a:p>
          <a:p>
            <a:r>
              <a:rPr lang="en-FJ"/>
              <a:t>From specifications</a:t>
            </a:r>
          </a:p>
          <a:p>
            <a:endParaRPr lang="en-FJ"/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Include screenshots of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Blog section,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Therapist booking interface and User login dashboard</a:t>
            </a:r>
          </a:p>
        </p:txBody>
      </p:sp>
    </p:spTree>
    <p:extLst>
      <p:ext uri="{BB962C8B-B14F-4D97-AF65-F5344CB8AC3E}">
        <p14:creationId xmlns:p14="http://schemas.microsoft.com/office/powerpoint/2010/main" val="2488587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6B461-70A7-632E-2EF8-C3A3F164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Target Audience</a:t>
            </a:r>
            <a:endParaRPr lang="en-FJ" sz="4000" b="1">
              <a:latin typeface="Arial" panose="020B0604020202020204" pitchFamily="34" charset="0"/>
              <a:ea typeface="Geist Extra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E1B37-5C93-022F-ED1C-30638B5D33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686801" cy="4481512"/>
          </a:xfrm>
        </p:spPr>
        <p:txBody>
          <a:bodyPr>
            <a:no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 Groups: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Primary: Young adults (18-35 years)</a:t>
            </a:r>
          </a:p>
          <a:p>
            <a:pPr lvl="2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Students with academic pressures</a:t>
            </a:r>
          </a:p>
          <a:p>
            <a:pPr lvl="2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Young professionals with work-life balance issues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Secondary: Middle-aged adults (36-55 years)</a:t>
            </a:r>
          </a:p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Gender Distribution: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nclusive approach for all gender identities</a:t>
            </a:r>
          </a:p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Nationality: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Primary: Fiji national population (suburban areas)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Secondary: Rural communities (via articles/videos)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Tertiary: International users seeking remote support</a:t>
            </a:r>
          </a:p>
          <a:p>
            <a:endParaRPr lang="en-US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65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2109A-BD2A-87CF-A782-3BE431511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62D18-6545-73B0-B2EB-EFBA65483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9616274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Audience Needs &amp; challenges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5E80A-6581-9422-4984-75996D05D2B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 algn="l"/>
            <a:r>
              <a:rPr lang="en-GB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Challenges:</a:t>
            </a:r>
          </a:p>
          <a:p>
            <a:pPr lvl="1"/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Academic and work stress</a:t>
            </a:r>
          </a:p>
          <a:p>
            <a:pPr lvl="1"/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National stigma</a:t>
            </a:r>
          </a:p>
          <a:p>
            <a:pPr lvl="1"/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Lack of mental health professionals</a:t>
            </a:r>
          </a:p>
          <a:p>
            <a:pPr algn="l"/>
            <a:r>
              <a:rPr lang="en-GB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Solutions:</a:t>
            </a:r>
          </a:p>
          <a:p>
            <a:pPr lvl="1"/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Secure and private sessions</a:t>
            </a:r>
          </a:p>
          <a:p>
            <a:pPr lvl="1"/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Easy navigation and accessibility</a:t>
            </a:r>
          </a:p>
          <a:p>
            <a:pPr lvl="1"/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Affordable or free options</a:t>
            </a:r>
          </a:p>
          <a:p>
            <a:pPr lvl="1"/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Transparent security measures</a:t>
            </a:r>
          </a:p>
        </p:txBody>
      </p:sp>
    </p:spTree>
    <p:extLst>
      <p:ext uri="{BB962C8B-B14F-4D97-AF65-F5344CB8AC3E}">
        <p14:creationId xmlns:p14="http://schemas.microsoft.com/office/powerpoint/2010/main" val="4208317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FFD96-8ECD-1672-5986-5C80AB9A5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D2DB-E95B-1728-E1D3-98C81BE2A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Site Pages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0F9AD0-0728-BF4D-110C-0845A352940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683351"/>
          </a:xfrm>
        </p:spPr>
        <p:txBody>
          <a:bodyPr>
            <a:norm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Home Page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Brief introduction 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system, latest articles and booking appointments</a:t>
            </a:r>
            <a:endParaRPr lang="en-GB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Therapists Page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List of all therapists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Specific Therapist Page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Individual therapist profiles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Blogs Page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List of all articles ordered by publish date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Specific Blog Page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Individual articles by specialized therapists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Login/Sign Up Page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User authentication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Self-Assessment Quiz Page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Mental health evaluation tool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Quiz Results Page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Assessment outcome and recommendations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 Session Page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Appointment scheduling</a:t>
            </a:r>
          </a:p>
        </p:txBody>
      </p:sp>
    </p:spTree>
    <p:extLst>
      <p:ext uri="{BB962C8B-B14F-4D97-AF65-F5344CB8AC3E}">
        <p14:creationId xmlns:p14="http://schemas.microsoft.com/office/powerpoint/2010/main" val="1644333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E339B-A82D-1945-1463-379FF01F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D131-D3CC-A7E1-A834-295EC7326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Site Pages Reasoning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305C6-6B25-31B6-4BD2-90EDC6DE6E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683351"/>
          </a:xfrm>
        </p:spPr>
        <p:txBody>
          <a:bodyPr>
            <a:no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Home page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Introduces the service and provides initial engagement.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Therapist pages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Allows users to browse and select specialists that suit their needs.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Blog pages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Provide helpful insights and build trust with users through professional advice.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booking page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Enables users to schedule therapy at their convenience, supporting mental health proactively.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Self-assessment quizzes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Help users reflect on their wellbeing before committing to a session.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login/sign-up page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Ensures secure access for users.</a:t>
            </a:r>
          </a:p>
        </p:txBody>
      </p:sp>
    </p:spTree>
    <p:extLst>
      <p:ext uri="{BB962C8B-B14F-4D97-AF65-F5344CB8AC3E}">
        <p14:creationId xmlns:p14="http://schemas.microsoft.com/office/powerpoint/2010/main" val="1393809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1B2E8-3E40-267D-29A5-A51DF24B6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077F0-F163-6627-5FDF-2CD393D8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Core Functionality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941D4-9AA0-5B1A-1BB2-01D65CE5FB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8888362" cy="4155757"/>
          </a:xfrm>
        </p:spPr>
        <p:txBody>
          <a:bodyPr>
            <a:noAutofit/>
          </a:bodyPr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FJ" sz="16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Booking System</a:t>
            </a:r>
            <a:endParaRPr lang="en-FJ" sz="16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FJ" sz="1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Appointment scheduling with therapists</a:t>
            </a:r>
            <a:endParaRPr lang="en-FJ" sz="14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FJ" sz="1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Gift session option</a:t>
            </a:r>
            <a:endParaRPr lang="en-FJ" sz="14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FJ" sz="1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Carousel scrolling for therapist selection</a:t>
            </a:r>
            <a:endParaRPr lang="en-FJ" sz="14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FJ" sz="1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Search functionality</a:t>
            </a:r>
            <a:endParaRPr lang="en-FJ" sz="14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FJ" sz="1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Implementation: Database-driven booking system with payment processing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FJ" sz="16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User Authentication</a:t>
            </a:r>
            <a:endParaRPr lang="en-FJ" sz="16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FJ" sz="1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Credential-based login</a:t>
            </a:r>
            <a:endParaRPr lang="en-FJ" sz="14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FJ" sz="1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Social login options (Google)</a:t>
            </a:r>
            <a:endParaRPr lang="en-FJ" sz="14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FJ" sz="1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Implementation: Secure authentication system with password hashing</a:t>
            </a:r>
            <a:endParaRPr lang="en-FJ" sz="14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FJ" sz="16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Gifting Sessions</a:t>
            </a:r>
            <a:endParaRPr lang="en-FJ" sz="16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FJ" sz="1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Friend-to-friend session gifting</a:t>
            </a:r>
            <a:endParaRPr lang="en-FJ" sz="14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FJ" sz="1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Implementation: Custom e-gift system with notification</a:t>
            </a:r>
            <a:endParaRPr lang="en-FJ" sz="14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71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C9A5D-EB58-D093-A338-840EB435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DF609-9ED8-345B-273E-06F9ACC91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Functionality workflow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322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E7912-3643-B0E8-5F54-6FE48CD91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CB528-6DE3-42F3-650C-52A6B4806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Omitted Functionality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828E7D-2945-1631-C56E-263241DDBB4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FJ" dirty="0"/>
              <a:t>**Let me know what functions we didn’t have here.</a:t>
            </a:r>
          </a:p>
        </p:txBody>
      </p:sp>
    </p:spTree>
    <p:extLst>
      <p:ext uri="{BB962C8B-B14F-4D97-AF65-F5344CB8AC3E}">
        <p14:creationId xmlns:p14="http://schemas.microsoft.com/office/powerpoint/2010/main" val="3366192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E93B2-AD1A-E5D2-8484-5F6C84582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C2046-AFC5-9FAC-03A7-5E3CC3187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Security Measures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E1A80-F815-1E4F-0A62-FCEC1CFF06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8888362" cy="4155757"/>
          </a:xfrm>
        </p:spPr>
        <p:txBody>
          <a:bodyPr>
            <a:noAutofit/>
          </a:bodyPr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FJ" sz="18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Blog Post Validation</a:t>
            </a:r>
          </a:p>
          <a:p>
            <a:pPr marL="800100" lvl="1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Administrator review process</a:t>
            </a:r>
          </a:p>
          <a:p>
            <a:pPr marL="800100" lvl="1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24-hour cooldown period</a:t>
            </a:r>
          </a:p>
          <a:p>
            <a:pPr marL="800100" lvl="1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Content moderation system</a:t>
            </a:r>
          </a:p>
          <a:p>
            <a:pPr marL="34290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Password Hashing </a:t>
            </a:r>
          </a:p>
          <a:p>
            <a:pPr marL="800100" lvl="1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SHA-256 algorithm implementation</a:t>
            </a:r>
          </a:p>
          <a:p>
            <a:pPr marL="800100" lvl="1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Protection against database breaches</a:t>
            </a:r>
          </a:p>
          <a:p>
            <a:pPr marL="800100" lvl="1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Server-side hashing of user credentials</a:t>
            </a:r>
          </a:p>
          <a:p>
            <a:pPr marL="34290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SSL Certificate </a:t>
            </a:r>
          </a:p>
          <a:p>
            <a:pPr lvl="1"/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Secure data transmission</a:t>
            </a:r>
          </a:p>
          <a:p>
            <a:pPr lvl="1"/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Public-key cryptography</a:t>
            </a:r>
          </a:p>
          <a:p>
            <a:pPr lvl="1"/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 protocol with lock icon indicator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FJ" sz="16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916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1AC9-93AF-D7C5-5F3C-3CA80932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diagram of a website&#10;&#10;AI-generated content may be incorrect.">
            <a:extLst>
              <a:ext uri="{FF2B5EF4-FFF2-40B4-BE49-F238E27FC236}">
                <a16:creationId xmlns:a16="http://schemas.microsoft.com/office/drawing/2014/main" id="{191A87AD-167B-CA44-8B02-BF11E278F8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229928" y="1023923"/>
            <a:ext cx="5818424" cy="53012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DB1446-F58E-1CFE-6E51-9DE4EA742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Site structure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0152F09-61BE-161A-D5E6-EF925AEC60A7}"/>
              </a:ext>
            </a:extLst>
          </p:cNvPr>
          <p:cNvSpPr txBox="1">
            <a:spLocks/>
          </p:cNvSpPr>
          <p:nvPr/>
        </p:nvSpPr>
        <p:spPr>
          <a:xfrm>
            <a:off x="914399" y="2011363"/>
            <a:ext cx="7273638" cy="46833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type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Hierarchical</a:t>
            </a:r>
          </a:p>
          <a:p>
            <a:r>
              <a:rPr lang="en-GB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area: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Therapists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Blogs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Bookings</a:t>
            </a:r>
          </a:p>
          <a:p>
            <a:endParaRPr lang="en-GB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816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2F227-68C9-3EE8-01E3-68E572302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BDF5-0BE4-63DC-EBBB-D7C6BDC4B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Site navigation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54B1C-5CE4-53FC-3C17-7ADE1777FA5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683351"/>
          </a:xfrm>
        </p:spPr>
        <p:txBody>
          <a:bodyPr>
            <a:no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Where am I?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Fixed navigation bar with highlighted current page.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Bold font weight and underline for active links.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Screenshot: Navigation bar showing active state.</a:t>
            </a:r>
          </a:p>
        </p:txBody>
      </p:sp>
    </p:spTree>
    <p:extLst>
      <p:ext uri="{BB962C8B-B14F-4D97-AF65-F5344CB8AC3E}">
        <p14:creationId xmlns:p14="http://schemas.microsoft.com/office/powerpoint/2010/main" val="1786328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5F997-8735-556D-A5DA-97EA2AA4F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0BFB-61BF-496C-3347-E2951D5AD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Site navigation (Cont’d)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47DCA-F255-ABF6-8D0D-A5470D30FE1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683351"/>
          </a:xfrm>
        </p:spPr>
        <p:txBody>
          <a:bodyPr>
            <a:no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Where can I go?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Clear visibility of available links in navigation menu.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Hero, services, and call-to-action sections on home page.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Screenshot: Full navigation menu options.</a:t>
            </a:r>
          </a:p>
        </p:txBody>
      </p:sp>
    </p:spTree>
    <p:extLst>
      <p:ext uri="{BB962C8B-B14F-4D97-AF65-F5344CB8AC3E}">
        <p14:creationId xmlns:p14="http://schemas.microsoft.com/office/powerpoint/2010/main" val="1454283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52AE-868E-FB14-2C4C-A62AB2D9D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574A-5456-3F17-9F4E-BE43064C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Site navigation (</a:t>
            </a:r>
            <a:r>
              <a:rPr lang="en-US" sz="32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Cont’d)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ECF22E-6E12-96B1-4093-BD126BDE36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683351"/>
          </a:xfrm>
        </p:spPr>
        <p:txBody>
          <a:bodyPr>
            <a:no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do I get there?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Fixed position navigation bar on all pages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Simple menu labels using plain, non-clinical language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Screenshot: Navigation elements with labels</a:t>
            </a:r>
          </a:p>
          <a:p>
            <a:pPr lvl="1"/>
            <a:endParaRPr lang="en-GB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074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2833B-039F-6D1B-DB6B-1E2179521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5E60-9435-D832-531C-5DB9228BC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Site navigation (</a:t>
            </a:r>
            <a:r>
              <a:rPr lang="en-US" sz="32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Cont’d)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FD92A-1528-73D9-8C74-9E10D6C175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683351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I get back to where I started?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Persistent home link in navigation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Browser back button compatibility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Screenshot: Home button placement</a:t>
            </a:r>
          </a:p>
          <a:p>
            <a:pPr lvl="1"/>
            <a:endParaRPr lang="en-GB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290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4AF80-6909-4881-8FF7-67E6BADA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4C28-2919-7BC5-8E23-B4B022529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Website layout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936F67-A3B1-3C32-EF3D-CCE3267D081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Colour Scheme:</a:t>
            </a:r>
            <a:endParaRPr lang="en-GB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White (#FFFFFF)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Slate Blue (#001e2b)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Forest Green (#00684a)</a:t>
            </a:r>
          </a:p>
          <a:p>
            <a:pPr lvl="1"/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Spring Green (#00ed64)</a:t>
            </a:r>
          </a:p>
          <a:p>
            <a:r>
              <a:rPr lang="en-GB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Typography: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Headings</a:t>
            </a:r>
          </a:p>
          <a:p>
            <a:endParaRPr lang="en-GB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GB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FJ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933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6303-C08F-3F86-C5D4-DADF98C2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F8BE-32C9-66A5-DC8F-88A356EAF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Website layout (Cont’d)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A0A88-8B5B-CF88-177C-0F47A9CD2E1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FJ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Home Page Layout:</a:t>
            </a:r>
            <a:endParaRPr lang="en-FJ" sz="24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Show W</a:t>
            </a:r>
            <a:r>
              <a:rPr lang="en-FJ" sz="2000" dirty="0">
                <a:latin typeface="Arial" panose="020B0604020202020204" pitchFamily="34" charset="0"/>
                <a:cs typeface="Arial" panose="020B0604020202020204" pitchFamily="34" charset="0"/>
              </a:rPr>
              <a:t>ireframes to actual screenshots.</a:t>
            </a:r>
          </a:p>
        </p:txBody>
      </p:sp>
    </p:spTree>
    <p:extLst>
      <p:ext uri="{BB962C8B-B14F-4D97-AF65-F5344CB8AC3E}">
        <p14:creationId xmlns:p14="http://schemas.microsoft.com/office/powerpoint/2010/main" val="920977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BE604-1BE4-0EE4-119F-0DD3009E6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BD94-1092-10A8-CC89-9C169972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Website layout (cont’d)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D560C5-C114-20A1-AE5E-A3432382D6B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SzPts val="1000"/>
              <a:tabLst>
                <a:tab pos="457200" algn="l"/>
              </a:tabLst>
            </a:pPr>
            <a:r>
              <a:rPr lang="en-FJ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Therapists Page Layout:</a:t>
            </a:r>
            <a:endParaRPr lang="en-FJ" sz="24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Show W</a:t>
            </a:r>
            <a:r>
              <a:rPr lang="en-FJ" sz="2000" dirty="0">
                <a:latin typeface="Arial" panose="020B0604020202020204" pitchFamily="34" charset="0"/>
                <a:cs typeface="Arial" panose="020B0604020202020204" pitchFamily="34" charset="0"/>
              </a:rPr>
              <a:t>ireframes to actual screenshots.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FJ" sz="12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FJ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940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7C958-4D8B-4BB9-6FDF-CCCEDDCB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5D201-76FA-C2F2-38A2-23A29378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testing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F5C5637-2971-6B34-317C-FC2110E779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683351"/>
          </a:xfrm>
        </p:spPr>
        <p:txBody>
          <a:bodyPr>
            <a:no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Browsers Tested:</a:t>
            </a:r>
          </a:p>
          <a:p>
            <a:pPr lvl="1"/>
            <a:r>
              <a:rPr lang="en-GB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Google Chrome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Firefox</a:t>
            </a:r>
          </a:p>
          <a:p>
            <a:pPr lvl="1"/>
            <a:r>
              <a:rPr lang="en-GB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Safari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Microsoft Edge</a:t>
            </a:r>
          </a:p>
          <a:p>
            <a:r>
              <a:rPr lang="en-GB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Best-performing browser: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Google Chrome</a:t>
            </a:r>
          </a:p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Compatibility Issues: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Safari</a:t>
            </a:r>
          </a:p>
        </p:txBody>
      </p:sp>
    </p:spTree>
    <p:extLst>
      <p:ext uri="{BB962C8B-B14F-4D97-AF65-F5344CB8AC3E}">
        <p14:creationId xmlns:p14="http://schemas.microsoft.com/office/powerpoint/2010/main" val="3198927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FD0D8-D705-1F8E-7F78-9C3161D4F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2B18-3F5B-2AD6-B117-0F7B96EB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Testing (cont’d)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3311A1C-2E2F-8BFF-7AA9-0DF5D83DF0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683351"/>
          </a:xfrm>
        </p:spPr>
        <p:txBody>
          <a:bodyPr>
            <a:noAutofit/>
          </a:bodyPr>
          <a:lstStyle/>
          <a:p>
            <a:pPr lvl="1"/>
            <a:r>
              <a:rPr lang="en-GB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SS 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stuff not rendering</a:t>
            </a:r>
            <a:endParaRPr lang="en-GB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820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34693-2A2E-7C42-0DFC-6587AB049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EF6D-F894-C506-A7ED-E4C29654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Promotional Video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485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3C05-55D9-D824-7B5B-D21062738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E3A35-E2EB-76FA-4031-41C49509F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Summary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17E41-37A2-DEE9-41E1-4902A0EC6BF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SAS will save money and time in the long term.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cap="none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SAS uses modern and secure technologies.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SAS puts the user first  (AI chatbot).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cap="none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SAS features will attract new students and</a:t>
            </a:r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 staff.</a:t>
            </a:r>
            <a:endParaRPr lang="en-US" sz="2400" cap="none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55669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{8C1747CB-F196-4ECF-9A20-2D7904BB3E13}tf22318419_win32</Template>
  <TotalTime>1180</TotalTime>
  <Words>818</Words>
  <Application>Microsoft Macintosh PowerPoint</Application>
  <PresentationFormat>Widescreen</PresentationFormat>
  <Paragraphs>177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Courier New</vt:lpstr>
      <vt:lpstr>Helvetica</vt:lpstr>
      <vt:lpstr>Symbol</vt:lpstr>
      <vt:lpstr>Tenorite</vt:lpstr>
      <vt:lpstr>Custom</vt:lpstr>
      <vt:lpstr> Best Health  Website specification</vt:lpstr>
      <vt:lpstr>Project overview</vt:lpstr>
      <vt:lpstr>Content Goals</vt:lpstr>
      <vt:lpstr>Content goals (cont’d)</vt:lpstr>
      <vt:lpstr>Target Audience</vt:lpstr>
      <vt:lpstr>Audience Needs &amp; challenges</vt:lpstr>
      <vt:lpstr>Site Pages</vt:lpstr>
      <vt:lpstr>Site Pages Reasoning</vt:lpstr>
      <vt:lpstr>Core Functionality</vt:lpstr>
      <vt:lpstr>Functionality workflow</vt:lpstr>
      <vt:lpstr>Omitted Functionality</vt:lpstr>
      <vt:lpstr>Security Measures</vt:lpstr>
      <vt:lpstr>Site structure</vt:lpstr>
      <vt:lpstr>Site navigation</vt:lpstr>
      <vt:lpstr>Site navigation (Cont’d)</vt:lpstr>
      <vt:lpstr>Site navigation (Cont’d)</vt:lpstr>
      <vt:lpstr>Site navigation (Cont’d)</vt:lpstr>
      <vt:lpstr>Website layout</vt:lpstr>
      <vt:lpstr>Website layout (Cont’d)</vt:lpstr>
      <vt:lpstr>Website layout (cont’d)</vt:lpstr>
      <vt:lpstr>testing</vt:lpstr>
      <vt:lpstr>Testing (cont’d)</vt:lpstr>
      <vt:lpstr>Promotional Video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Vishant Kumar</dc:creator>
  <cp:lastModifiedBy>Rohan nandan</cp:lastModifiedBy>
  <cp:revision>17</cp:revision>
  <dcterms:created xsi:type="dcterms:W3CDTF">2025-05-01T23:07:31Z</dcterms:created>
  <dcterms:modified xsi:type="dcterms:W3CDTF">2025-05-10T13:02:20Z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