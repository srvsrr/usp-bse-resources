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314" r:id="rId5"/>
    <p:sldId id="316" r:id="rId6"/>
    <p:sldId id="327" r:id="rId7"/>
    <p:sldId id="326" r:id="rId8"/>
    <p:sldId id="334" r:id="rId9"/>
    <p:sldId id="336" r:id="rId10"/>
    <p:sldId id="335" r:id="rId11"/>
    <p:sldId id="318" r:id="rId12"/>
    <p:sldId id="328" r:id="rId13"/>
    <p:sldId id="333" r:id="rId14"/>
    <p:sldId id="330" r:id="rId15"/>
    <p:sldId id="33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D399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9F6A4-4A34-4DD3-9AC8-C87B3320AE2A}" v="2025" dt="2025-05-06T02:55:52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14" autoAdjust="0"/>
    <p:restoredTop sz="95430" autoAdjust="0"/>
  </p:normalViewPr>
  <p:slideViewPr>
    <p:cSldViewPr snapToGrid="0">
      <p:cViewPr varScale="1">
        <p:scale>
          <a:sx n="123" d="100"/>
          <a:sy n="123" d="100"/>
        </p:scale>
        <p:origin x="216" y="200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v Chand" userId="e991ab2e3fcca5b7" providerId="LiveId" clId="{1349F6A4-4A34-4DD3-9AC8-C87B3320AE2A}"/>
    <pc:docChg chg="undo custSel addSld delSld modSld sldOrd">
      <pc:chgData name="Anav Chand" userId="e991ab2e3fcca5b7" providerId="LiveId" clId="{1349F6A4-4A34-4DD3-9AC8-C87B3320AE2A}" dt="2025-05-06T21:26:06.892" v="4711" actId="5793"/>
      <pc:docMkLst>
        <pc:docMk/>
      </pc:docMkLst>
      <pc:sldChg chg="del">
        <pc:chgData name="Anav Chand" userId="e991ab2e3fcca5b7" providerId="LiveId" clId="{1349F6A4-4A34-4DD3-9AC8-C87B3320AE2A}" dt="2025-05-02T22:51:02.728" v="261" actId="47"/>
        <pc:sldMkLst>
          <pc:docMk/>
          <pc:sldMk cId="769932640" sldId="309"/>
        </pc:sldMkLst>
      </pc:sldChg>
      <pc:sldChg chg="addSp delSp modSp mod modTransition modAnim">
        <pc:chgData name="Anav Chand" userId="e991ab2e3fcca5b7" providerId="LiveId" clId="{1349F6A4-4A34-4DD3-9AC8-C87B3320AE2A}" dt="2025-05-06T11:29:38.026" v="4668" actId="2711"/>
        <pc:sldMkLst>
          <pc:docMk/>
          <pc:sldMk cId="2945390068" sldId="314"/>
        </pc:sldMkLst>
        <pc:spChg chg="mod">
          <ac:chgData name="Anav Chand" userId="e991ab2e3fcca5b7" providerId="LiveId" clId="{1349F6A4-4A34-4DD3-9AC8-C87B3320AE2A}" dt="2025-05-06T11:29:38.026" v="4668" actId="2711"/>
          <ac:spMkLst>
            <pc:docMk/>
            <pc:sldMk cId="2945390068" sldId="314"/>
            <ac:spMk id="2" creationId="{35440D96-BFFB-05BD-30ED-0352500CD058}"/>
          </ac:spMkLst>
        </pc:spChg>
        <pc:spChg chg="add mod">
          <ac:chgData name="Anav Chand" userId="e991ab2e3fcca5b7" providerId="LiveId" clId="{1349F6A4-4A34-4DD3-9AC8-C87B3320AE2A}" dt="2025-05-06T11:29:24.279" v="4666" actId="113"/>
          <ac:spMkLst>
            <pc:docMk/>
            <pc:sldMk cId="2945390068" sldId="314"/>
            <ac:spMk id="8" creationId="{B7EFBB4A-2B2D-80B8-02CB-CBC885E13E37}"/>
          </ac:spMkLst>
        </pc:spChg>
      </pc:sldChg>
      <pc:sldChg chg="addSp delSp modSp del mod modClrScheme delAnim modAnim chgLayout">
        <pc:chgData name="Anav Chand" userId="e991ab2e3fcca5b7" providerId="LiveId" clId="{1349F6A4-4A34-4DD3-9AC8-C87B3320AE2A}" dt="2025-05-02T22:45:08.411" v="63" actId="2696"/>
        <pc:sldMkLst>
          <pc:docMk/>
          <pc:sldMk cId="542059410" sldId="315"/>
        </pc:sldMkLst>
      </pc:sldChg>
      <pc:sldChg chg="addSp delSp modSp mod modAnim">
        <pc:chgData name="Anav Chand" userId="e991ab2e3fcca5b7" providerId="LiveId" clId="{1349F6A4-4A34-4DD3-9AC8-C87B3320AE2A}" dt="2025-05-06T11:30:34.234" v="4670" actId="113"/>
        <pc:sldMkLst>
          <pc:docMk/>
          <pc:sldMk cId="4293742996" sldId="316"/>
        </pc:sldMkLst>
        <pc:spChg chg="mod">
          <ac:chgData name="Anav Chand" userId="e991ab2e3fcca5b7" providerId="LiveId" clId="{1349F6A4-4A34-4DD3-9AC8-C87B3320AE2A}" dt="2025-05-06T11:30:34.234" v="4670" actId="113"/>
          <ac:spMkLst>
            <pc:docMk/>
            <pc:sldMk cId="4293742996" sldId="316"/>
            <ac:spMk id="2" creationId="{6A36FD5F-786B-1974-5F47-94CA02CFA6E5}"/>
          </ac:spMkLst>
        </pc:spChg>
        <pc:spChg chg="add del mod">
          <ac:chgData name="Anav Chand" userId="e991ab2e3fcca5b7" providerId="LiveId" clId="{1349F6A4-4A34-4DD3-9AC8-C87B3320AE2A}" dt="2025-05-06T11:30:30.763" v="4669" actId="2711"/>
          <ac:spMkLst>
            <pc:docMk/>
            <pc:sldMk cId="4293742996" sldId="316"/>
            <ac:spMk id="6" creationId="{9E83DA20-F12F-7C1E-3335-8202186A8B65}"/>
          </ac:spMkLst>
        </pc:spChg>
      </pc:sldChg>
      <pc:sldChg chg="addSp delSp modSp add del mod">
        <pc:chgData name="Anav Chand" userId="e991ab2e3fcca5b7" providerId="LiveId" clId="{1349F6A4-4A34-4DD3-9AC8-C87B3320AE2A}" dt="2025-05-06T11:32:05.513" v="4684" actId="113"/>
        <pc:sldMkLst>
          <pc:docMk/>
          <pc:sldMk cId="412000632" sldId="318"/>
        </pc:sldMkLst>
        <pc:spChg chg="mod">
          <ac:chgData name="Anav Chand" userId="e991ab2e3fcca5b7" providerId="LiveId" clId="{1349F6A4-4A34-4DD3-9AC8-C87B3320AE2A}" dt="2025-05-06T11:32:05.513" v="4684" actId="113"/>
          <ac:spMkLst>
            <pc:docMk/>
            <pc:sldMk cId="412000632" sldId="318"/>
            <ac:spMk id="2" creationId="{018E4F0B-A6EB-861C-1C34-CAA9BDE47858}"/>
          </ac:spMkLst>
        </pc:spChg>
        <pc:spChg chg="add mod">
          <ac:chgData name="Anav Chand" userId="e991ab2e3fcca5b7" providerId="LiveId" clId="{1349F6A4-4A34-4DD3-9AC8-C87B3320AE2A}" dt="2025-05-06T11:32:03.441" v="4683" actId="2711"/>
          <ac:spMkLst>
            <pc:docMk/>
            <pc:sldMk cId="412000632" sldId="318"/>
            <ac:spMk id="12" creationId="{0BCD38C6-3CB1-3DF8-8C57-471C21C89728}"/>
          </ac:spMkLst>
        </pc:sp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22" creationId="{8E32DA67-7635-09BD-DBC3-3E1ABE28A12B}"/>
          </ac:picMkLst>
        </pc:picChg>
        <pc:picChg chg="add mod">
          <ac:chgData name="Anav Chand" userId="e991ab2e3fcca5b7" providerId="LiveId" clId="{1349F6A4-4A34-4DD3-9AC8-C87B3320AE2A}" dt="2025-05-02T23:33:21.296" v="842" actId="12789"/>
          <ac:picMkLst>
            <pc:docMk/>
            <pc:sldMk cId="412000632" sldId="318"/>
            <ac:picMk id="24" creationId="{7EF33A34-4ABE-970F-3479-1C190BAB08BE}"/>
          </ac:picMkLst>
        </pc:pic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30" creationId="{7B573E53-56EC-9BD9-7520-8B2A4BF81503}"/>
          </ac:picMkLst>
        </pc:picChg>
        <pc:picChg chg="add del mod">
          <ac:chgData name="Anav Chand" userId="e991ab2e3fcca5b7" providerId="LiveId" clId="{1349F6A4-4A34-4DD3-9AC8-C87B3320AE2A}" dt="2025-05-02T23:33:21.296" v="842" actId="12789"/>
          <ac:picMkLst>
            <pc:docMk/>
            <pc:sldMk cId="412000632" sldId="318"/>
            <ac:picMk id="32" creationId="{405C6CBA-A2F3-98E8-A2F5-6369496B9FF3}"/>
          </ac:picMkLst>
        </pc:picChg>
        <pc:picChg chg="add mod">
          <ac:chgData name="Anav Chand" userId="e991ab2e3fcca5b7" providerId="LiveId" clId="{1349F6A4-4A34-4DD3-9AC8-C87B3320AE2A}" dt="2025-05-02T23:33:26.165" v="843" actId="408"/>
          <ac:picMkLst>
            <pc:docMk/>
            <pc:sldMk cId="412000632" sldId="318"/>
            <ac:picMk id="34" creationId="{F8776B9B-2504-4C92-A237-0998DB108B12}"/>
          </ac:picMkLst>
        </pc:picChg>
      </pc:sldChg>
      <pc:sldChg chg="del">
        <pc:chgData name="Anav Chand" userId="e991ab2e3fcca5b7" providerId="LiveId" clId="{1349F6A4-4A34-4DD3-9AC8-C87B3320AE2A}" dt="2025-05-02T22:50:56.076" v="254" actId="2696"/>
        <pc:sldMkLst>
          <pc:docMk/>
          <pc:sldMk cId="1760417424" sldId="319"/>
        </pc:sldMkLst>
      </pc:sldChg>
      <pc:sldChg chg="del">
        <pc:chgData name="Anav Chand" userId="e991ab2e3fcca5b7" providerId="LiveId" clId="{1349F6A4-4A34-4DD3-9AC8-C87B3320AE2A}" dt="2025-05-02T22:50:58.454" v="255" actId="47"/>
        <pc:sldMkLst>
          <pc:docMk/>
          <pc:sldMk cId="430403476" sldId="320"/>
        </pc:sldMkLst>
      </pc:sldChg>
      <pc:sldChg chg="del">
        <pc:chgData name="Anav Chand" userId="e991ab2e3fcca5b7" providerId="LiveId" clId="{1349F6A4-4A34-4DD3-9AC8-C87B3320AE2A}" dt="2025-05-02T22:51:00.048" v="256" actId="47"/>
        <pc:sldMkLst>
          <pc:docMk/>
          <pc:sldMk cId="569699605" sldId="321"/>
        </pc:sldMkLst>
      </pc:sldChg>
      <pc:sldChg chg="del">
        <pc:chgData name="Anav Chand" userId="e991ab2e3fcca5b7" providerId="LiveId" clId="{1349F6A4-4A34-4DD3-9AC8-C87B3320AE2A}" dt="2025-05-02T22:51:00.708" v="257" actId="47"/>
        <pc:sldMkLst>
          <pc:docMk/>
          <pc:sldMk cId="1517447069" sldId="322"/>
        </pc:sldMkLst>
      </pc:sldChg>
      <pc:sldChg chg="del">
        <pc:chgData name="Anav Chand" userId="e991ab2e3fcca5b7" providerId="LiveId" clId="{1349F6A4-4A34-4DD3-9AC8-C87B3320AE2A}" dt="2025-05-02T22:51:01.414" v="258" actId="47"/>
        <pc:sldMkLst>
          <pc:docMk/>
          <pc:sldMk cId="2149261472" sldId="323"/>
        </pc:sldMkLst>
      </pc:sldChg>
      <pc:sldChg chg="del">
        <pc:chgData name="Anav Chand" userId="e991ab2e3fcca5b7" providerId="LiveId" clId="{1349F6A4-4A34-4DD3-9AC8-C87B3320AE2A}" dt="2025-05-02T22:51:01.843" v="259" actId="47"/>
        <pc:sldMkLst>
          <pc:docMk/>
          <pc:sldMk cId="2398406067" sldId="324"/>
        </pc:sldMkLst>
      </pc:sldChg>
      <pc:sldChg chg="del">
        <pc:chgData name="Anav Chand" userId="e991ab2e3fcca5b7" providerId="LiveId" clId="{1349F6A4-4A34-4DD3-9AC8-C87B3320AE2A}" dt="2025-05-02T22:51:02.189" v="260" actId="47"/>
        <pc:sldMkLst>
          <pc:docMk/>
          <pc:sldMk cId="2323500703" sldId="325"/>
        </pc:sldMkLst>
      </pc:sldChg>
      <pc:sldChg chg="delSp modSp mod modAnim">
        <pc:chgData name="Anav Chand" userId="e991ab2e3fcca5b7" providerId="LiveId" clId="{1349F6A4-4A34-4DD3-9AC8-C87B3320AE2A}" dt="2025-05-06T11:30:53.626" v="4674" actId="113"/>
        <pc:sldMkLst>
          <pc:docMk/>
          <pc:sldMk cId="2791654350" sldId="326"/>
        </pc:sldMkLst>
        <pc:spChg chg="mod">
          <ac:chgData name="Anav Chand" userId="e991ab2e3fcca5b7" providerId="LiveId" clId="{1349F6A4-4A34-4DD3-9AC8-C87B3320AE2A}" dt="2025-05-06T11:30:53.626" v="4674" actId="113"/>
          <ac:spMkLst>
            <pc:docMk/>
            <pc:sldMk cId="2791654350" sldId="326"/>
            <ac:spMk id="2" creationId="{0EE6B461-70A7-632E-2EF8-C3A3F1642F73}"/>
          </ac:spMkLst>
        </pc:spChg>
        <pc:spChg chg="mod">
          <ac:chgData name="Anav Chand" userId="e991ab2e3fcca5b7" providerId="LiveId" clId="{1349F6A4-4A34-4DD3-9AC8-C87B3320AE2A}" dt="2025-05-06T11:30:51.567" v="4673" actId="2711"/>
          <ac:spMkLst>
            <pc:docMk/>
            <pc:sldMk cId="2791654350" sldId="326"/>
            <ac:spMk id="3" creationId="{331E1B37-5C93-022F-ED1C-30638B5D3393}"/>
          </ac:spMkLst>
        </pc:spChg>
      </pc:sldChg>
      <pc:sldChg chg="modSp add mod modAnim">
        <pc:chgData name="Anav Chand" userId="e991ab2e3fcca5b7" providerId="LiveId" clId="{1349F6A4-4A34-4DD3-9AC8-C87B3320AE2A}" dt="2025-05-06T21:19:16.102" v="4708" actId="20577"/>
        <pc:sldMkLst>
          <pc:docMk/>
          <pc:sldMk cId="2547183231" sldId="327"/>
        </pc:sldMkLst>
        <pc:spChg chg="mod">
          <ac:chgData name="Anav Chand" userId="e991ab2e3fcca5b7" providerId="LiveId" clId="{1349F6A4-4A34-4DD3-9AC8-C87B3320AE2A}" dt="2025-05-06T11:30:45.770" v="4672" actId="113"/>
          <ac:spMkLst>
            <pc:docMk/>
            <pc:sldMk cId="2547183231" sldId="327"/>
            <ac:spMk id="2" creationId="{6D4C500D-E58B-D741-8986-B374AEE37FF5}"/>
          </ac:spMkLst>
        </pc:spChg>
        <pc:spChg chg="mod">
          <ac:chgData name="Anav Chand" userId="e991ab2e3fcca5b7" providerId="LiveId" clId="{1349F6A4-4A34-4DD3-9AC8-C87B3320AE2A}" dt="2025-05-06T21:19:16.102" v="4708" actId="20577"/>
          <ac:spMkLst>
            <pc:docMk/>
            <pc:sldMk cId="2547183231" sldId="327"/>
            <ac:spMk id="6" creationId="{410DE27D-496B-7E89-45ED-0CACE32D3B41}"/>
          </ac:spMkLst>
        </pc:spChg>
      </pc:sldChg>
      <pc:sldChg chg="addSp delSp modSp add mod modClrScheme chgLayout">
        <pc:chgData name="Anav Chand" userId="e991ab2e3fcca5b7" providerId="LiveId" clId="{1349F6A4-4A34-4DD3-9AC8-C87B3320AE2A}" dt="2025-05-06T11:32:12.959" v="4686" actId="113"/>
        <pc:sldMkLst>
          <pc:docMk/>
          <pc:sldMk cId="808816856" sldId="328"/>
        </pc:sldMkLst>
        <pc:spChg chg="mod ord">
          <ac:chgData name="Anav Chand" userId="e991ab2e3fcca5b7" providerId="LiveId" clId="{1349F6A4-4A34-4DD3-9AC8-C87B3320AE2A}" dt="2025-05-06T11:32:12.959" v="4686" actId="113"/>
          <ac:spMkLst>
            <pc:docMk/>
            <pc:sldMk cId="808816856" sldId="328"/>
            <ac:spMk id="2" creationId="{60DB1446-F58E-1CFE-6E51-9DE4EA74222B}"/>
          </ac:spMkLst>
        </pc:spChg>
        <pc:spChg chg="del mod">
          <ac:chgData name="Anav Chand" userId="e991ab2e3fcca5b7" providerId="LiveId" clId="{1349F6A4-4A34-4DD3-9AC8-C87B3320AE2A}" dt="2025-05-05T08:29:30.280" v="3532"/>
          <ac:spMkLst>
            <pc:docMk/>
            <pc:sldMk cId="808816856" sldId="328"/>
            <ac:spMk id="3" creationId="{77C811F8-17E9-28D0-040C-BD53A6E1EECD}"/>
          </ac:spMkLst>
        </pc:spChg>
        <pc:spChg chg="add del mod">
          <ac:chgData name="Anav Chand" userId="e991ab2e3fcca5b7" providerId="LiveId" clId="{1349F6A4-4A34-4DD3-9AC8-C87B3320AE2A}" dt="2025-05-05T08:40:54.149" v="3545" actId="21"/>
          <ac:spMkLst>
            <pc:docMk/>
            <pc:sldMk cId="808816856" sldId="328"/>
            <ac:spMk id="7" creationId="{0DB4D50F-C868-55B6-1118-45E5D85B9DCE}"/>
          </ac:spMkLst>
        </pc:spChg>
        <pc:spChg chg="add del mod ord">
          <ac:chgData name="Anav Chand" userId="e991ab2e3fcca5b7" providerId="LiveId" clId="{1349F6A4-4A34-4DD3-9AC8-C87B3320AE2A}" dt="2025-05-05T08:44:28.951" v="3614" actId="478"/>
          <ac:spMkLst>
            <pc:docMk/>
            <pc:sldMk cId="808816856" sldId="328"/>
            <ac:spMk id="8" creationId="{3E22B789-9CF7-4AC6-70C5-0086B4EC80F6}"/>
          </ac:spMkLst>
        </pc:spChg>
        <pc:spChg chg="add del mod ord">
          <ac:chgData name="Anav Chand" userId="e991ab2e3fcca5b7" providerId="LiveId" clId="{1349F6A4-4A34-4DD3-9AC8-C87B3320AE2A}" dt="2025-05-05T08:45:17.677" v="3636" actId="700"/>
          <ac:spMkLst>
            <pc:docMk/>
            <pc:sldMk cId="808816856" sldId="328"/>
            <ac:spMk id="9" creationId="{2D1FEA2F-6081-2570-6C0A-AA88833D7212}"/>
          </ac:spMkLst>
        </pc:spChg>
        <pc:picChg chg="add del mod ord">
          <ac:chgData name="Anav Chand" userId="e991ab2e3fcca5b7" providerId="LiveId" clId="{1349F6A4-4A34-4DD3-9AC8-C87B3320AE2A}" dt="2025-05-05T08:45:41.001" v="3642" actId="1076"/>
          <ac:picMkLst>
            <pc:docMk/>
            <pc:sldMk cId="808816856" sldId="328"/>
            <ac:picMk id="5" creationId="{A4589464-58CC-7267-9917-17953FEB69CA}"/>
          </ac:picMkLst>
        </pc:picChg>
      </pc:sldChg>
      <pc:sldChg chg="addSp delSp modSp add del mod">
        <pc:chgData name="Anav Chand" userId="e991ab2e3fcca5b7" providerId="LiveId" clId="{1349F6A4-4A34-4DD3-9AC8-C87B3320AE2A}" dt="2025-05-04T03:35:17.085" v="2897" actId="47"/>
        <pc:sldMkLst>
          <pc:docMk/>
          <pc:sldMk cId="1576407717" sldId="329"/>
        </pc:sldMkLst>
      </pc:sldChg>
      <pc:sldChg chg="addSp delSp modSp add mod">
        <pc:chgData name="Anav Chand" userId="e991ab2e3fcca5b7" providerId="LiveId" clId="{1349F6A4-4A34-4DD3-9AC8-C87B3320AE2A}" dt="2025-05-06T11:32:37.178" v="4691" actId="2711"/>
        <pc:sldMkLst>
          <pc:docMk/>
          <pc:sldMk cId="3198927105" sldId="330"/>
        </pc:sldMkLst>
        <pc:spChg chg="mod">
          <ac:chgData name="Anav Chand" userId="e991ab2e3fcca5b7" providerId="LiveId" clId="{1349F6A4-4A34-4DD3-9AC8-C87B3320AE2A}" dt="2025-05-06T11:32:26.212" v="4690" actId="113"/>
          <ac:spMkLst>
            <pc:docMk/>
            <pc:sldMk cId="3198927105" sldId="330"/>
            <ac:spMk id="2" creationId="{D6E5D201-76FA-C2F2-38A2-23A29378EA6A}"/>
          </ac:spMkLst>
        </pc:spChg>
        <pc:graphicFrameChg chg="add mod ord modGraphic">
          <ac:chgData name="Anav Chand" userId="e991ab2e3fcca5b7" providerId="LiveId" clId="{1349F6A4-4A34-4DD3-9AC8-C87B3320AE2A}" dt="2025-05-06T11:32:37.178" v="4691" actId="2711"/>
          <ac:graphicFrameMkLst>
            <pc:docMk/>
            <pc:sldMk cId="3198927105" sldId="330"/>
            <ac:graphicFrameMk id="12" creationId="{906C51CA-7DE8-11F0-B63B-C1D1DEE696B5}"/>
          </ac:graphicFrameMkLst>
        </pc:graphicFrameChg>
      </pc:sldChg>
      <pc:sldChg chg="delSp modSp add mod">
        <pc:chgData name="Anav Chand" userId="e991ab2e3fcca5b7" providerId="LiveId" clId="{1349F6A4-4A34-4DD3-9AC8-C87B3320AE2A}" dt="2025-05-06T21:26:06.892" v="4711" actId="5793"/>
        <pc:sldMkLst>
          <pc:docMk/>
          <pc:sldMk cId="2900485699" sldId="331"/>
        </pc:sldMkLst>
        <pc:spChg chg="mod">
          <ac:chgData name="Anav Chand" userId="e991ab2e3fcca5b7" providerId="LiveId" clId="{1349F6A4-4A34-4DD3-9AC8-C87B3320AE2A}" dt="2025-05-06T11:32:56.404" v="4696" actId="113"/>
          <ac:spMkLst>
            <pc:docMk/>
            <pc:sldMk cId="2900485699" sldId="331"/>
            <ac:spMk id="2" creationId="{3CDBEF6D-F894-C506-A7ED-E4C29654805C}"/>
          </ac:spMkLst>
        </pc:spChg>
        <pc:spChg chg="mod">
          <ac:chgData name="Anav Chand" userId="e991ab2e3fcca5b7" providerId="LiveId" clId="{1349F6A4-4A34-4DD3-9AC8-C87B3320AE2A}" dt="2025-05-06T21:26:06.892" v="4711" actId="5793"/>
          <ac:spMkLst>
            <pc:docMk/>
            <pc:sldMk cId="2900485699" sldId="331"/>
            <ac:spMk id="3" creationId="{2ADB9997-D9FB-D489-684D-60210E80D674}"/>
          </ac:spMkLst>
        </pc:spChg>
      </pc:sldChg>
      <pc:sldChg chg="modSp add mod">
        <pc:chgData name="Anav Chand" userId="e991ab2e3fcca5b7" providerId="LiveId" clId="{1349F6A4-4A34-4DD3-9AC8-C87B3320AE2A}" dt="2025-05-06T11:32:49.684" v="4694" actId="113"/>
        <pc:sldMkLst>
          <pc:docMk/>
          <pc:sldMk cId="4100013606" sldId="332"/>
        </pc:sldMkLst>
        <pc:spChg chg="mod">
          <ac:chgData name="Anav Chand" userId="e991ab2e3fcca5b7" providerId="LiveId" clId="{1349F6A4-4A34-4DD3-9AC8-C87B3320AE2A}" dt="2025-05-06T11:32:49.684" v="4694" actId="113"/>
          <ac:spMkLst>
            <pc:docMk/>
            <pc:sldMk cId="4100013606" sldId="332"/>
            <ac:spMk id="2" creationId="{1BCD95E0-774F-F0C8-876E-CA3521C4BA57}"/>
          </ac:spMkLst>
        </pc:spChg>
        <pc:graphicFrameChg chg="modGraphic">
          <ac:chgData name="Anav Chand" userId="e991ab2e3fcca5b7" providerId="LiveId" clId="{1349F6A4-4A34-4DD3-9AC8-C87B3320AE2A}" dt="2025-05-06T11:32:43.555" v="4692" actId="2711"/>
          <ac:graphicFrameMkLst>
            <pc:docMk/>
            <pc:sldMk cId="4100013606" sldId="332"/>
            <ac:graphicFrameMk id="12" creationId="{BA705AD1-27C6-2B7D-F45C-E97123BCEAB4}"/>
          </ac:graphicFrameMkLst>
        </pc:graphicFrameChg>
      </pc:sldChg>
      <pc:sldChg chg="modSp add mod">
        <pc:chgData name="Anav Chand" userId="e991ab2e3fcca5b7" providerId="LiveId" clId="{1349F6A4-4A34-4DD3-9AC8-C87B3320AE2A}" dt="2025-05-06T11:32:19.939" v="4688" actId="113"/>
        <pc:sldMkLst>
          <pc:docMk/>
          <pc:sldMk cId="1538712636" sldId="333"/>
        </pc:sldMkLst>
        <pc:spChg chg="mod">
          <ac:chgData name="Anav Chand" userId="e991ab2e3fcca5b7" providerId="LiveId" clId="{1349F6A4-4A34-4DD3-9AC8-C87B3320AE2A}" dt="2025-05-06T11:32:19.939" v="4688" actId="113"/>
          <ac:spMkLst>
            <pc:docMk/>
            <pc:sldMk cId="1538712636" sldId="333"/>
            <ac:spMk id="2" creationId="{742077F0-F163-6627-5FDF-2CD393D8DB4E}"/>
          </ac:spMkLst>
        </pc:spChg>
        <pc:spChg chg="mod">
          <ac:chgData name="Anav Chand" userId="e991ab2e3fcca5b7" providerId="LiveId" clId="{1349F6A4-4A34-4DD3-9AC8-C87B3320AE2A}" dt="2025-05-06T11:32:18.164" v="4687" actId="2711"/>
          <ac:spMkLst>
            <pc:docMk/>
            <pc:sldMk cId="1538712636" sldId="333"/>
            <ac:spMk id="3" creationId="{061941D4-9AA0-5B1A-1BB2-01D65CE5FBB8}"/>
          </ac:spMkLst>
        </pc:spChg>
      </pc:sldChg>
      <pc:sldChg chg="addSp delSp modSp add mod ord">
        <pc:chgData name="Anav Chand" userId="e991ab2e3fcca5b7" providerId="LiveId" clId="{1349F6A4-4A34-4DD3-9AC8-C87B3320AE2A}" dt="2025-05-06T11:31:26.549" v="4676" actId="113"/>
        <pc:sldMkLst>
          <pc:docMk/>
          <pc:sldMk cId="1186639637" sldId="334"/>
        </pc:sldMkLst>
        <pc:spChg chg="mod">
          <ac:chgData name="Anav Chand" userId="e991ab2e3fcca5b7" providerId="LiveId" clId="{1349F6A4-4A34-4DD3-9AC8-C87B3320AE2A}" dt="2025-05-06T11:31:26.549" v="4676" actId="113"/>
          <ac:spMkLst>
            <pc:docMk/>
            <pc:sldMk cId="1186639637" sldId="334"/>
            <ac:spMk id="2" creationId="{303CC80D-0F9C-3053-C7B7-20C52A20B9F4}"/>
          </ac:spMkLst>
        </pc:spChg>
        <pc:spChg chg="add del mod">
          <ac:chgData name="Anav Chand" userId="e991ab2e3fcca5b7" providerId="LiveId" clId="{1349F6A4-4A34-4DD3-9AC8-C87B3320AE2A}" dt="2025-05-05T08:50:20.512" v="3727"/>
          <ac:spMkLst>
            <pc:docMk/>
            <pc:sldMk cId="1186639637" sldId="334"/>
            <ac:spMk id="4" creationId="{DC0B5A22-E720-65D9-92C3-6DC9E9C7FA44}"/>
          </ac:spMkLst>
        </pc:spChg>
        <pc:spChg chg="add del mod">
          <ac:chgData name="Anav Chand" userId="e991ab2e3fcca5b7" providerId="LiveId" clId="{1349F6A4-4A34-4DD3-9AC8-C87B3320AE2A}" dt="2025-05-06T02:49:32.085" v="4429" actId="22"/>
          <ac:spMkLst>
            <pc:docMk/>
            <pc:sldMk cId="1186639637" sldId="334"/>
            <ac:spMk id="8" creationId="{26A0F939-EA50-B78F-2BDA-4EED34B42C88}"/>
          </ac:spMkLst>
        </pc:spChg>
        <pc:picChg chg="add mod ord modCrop">
          <ac:chgData name="Anav Chand" userId="e991ab2e3fcca5b7" providerId="LiveId" clId="{1349F6A4-4A34-4DD3-9AC8-C87B3320AE2A}" dt="2025-05-06T02:52:41.770" v="4437" actId="14100"/>
          <ac:picMkLst>
            <pc:docMk/>
            <pc:sldMk cId="1186639637" sldId="334"/>
            <ac:picMk id="4" creationId="{7E429972-8C43-A530-C64D-64EA091BD04B}"/>
          </ac:picMkLst>
        </pc:picChg>
        <pc:picChg chg="del mod">
          <ac:chgData name="Anav Chand" userId="e991ab2e3fcca5b7" providerId="LiveId" clId="{1349F6A4-4A34-4DD3-9AC8-C87B3320AE2A}" dt="2025-05-05T08:48:52.912" v="3724" actId="478"/>
          <ac:picMkLst>
            <pc:docMk/>
            <pc:sldMk cId="1186639637" sldId="334"/>
            <ac:picMk id="5" creationId="{017CC42C-DCAE-7DF7-F8A8-C978E65EEB67}"/>
          </ac:picMkLst>
        </pc:picChg>
        <pc:picChg chg="add del mod">
          <ac:chgData name="Anav Chand" userId="e991ab2e3fcca5b7" providerId="LiveId" clId="{1349F6A4-4A34-4DD3-9AC8-C87B3320AE2A}" dt="2025-05-05T08:58:16.006" v="3733" actId="478"/>
          <ac:picMkLst>
            <pc:docMk/>
            <pc:sldMk cId="1186639637" sldId="334"/>
            <ac:picMk id="6" creationId="{3FADF2B3-9A8F-6DE8-07D3-ECCA206FA40A}"/>
          </ac:picMkLst>
        </pc:picChg>
      </pc:sldChg>
      <pc:sldChg chg="addSp delSp modSp add mod ord">
        <pc:chgData name="Anav Chand" userId="e991ab2e3fcca5b7" providerId="LiveId" clId="{1349F6A4-4A34-4DD3-9AC8-C87B3320AE2A}" dt="2025-05-06T20:38:35.211" v="4703" actId="20577"/>
        <pc:sldMkLst>
          <pc:docMk/>
          <pc:sldMk cId="3454956248" sldId="335"/>
        </pc:sldMkLst>
        <pc:spChg chg="mod">
          <ac:chgData name="Anav Chand" userId="e991ab2e3fcca5b7" providerId="LiveId" clId="{1349F6A4-4A34-4DD3-9AC8-C87B3320AE2A}" dt="2025-05-06T11:31:56.390" v="4682" actId="113"/>
          <ac:spMkLst>
            <pc:docMk/>
            <pc:sldMk cId="3454956248" sldId="335"/>
            <ac:spMk id="2" creationId="{50717A7C-4E89-92B1-84AC-92592E6D5BFD}"/>
          </ac:spMkLst>
        </pc:spChg>
        <pc:spChg chg="add mod">
          <ac:chgData name="Anav Chand" userId="e991ab2e3fcca5b7" providerId="LiveId" clId="{1349F6A4-4A34-4DD3-9AC8-C87B3320AE2A}" dt="2025-05-06T20:38:35.211" v="4703" actId="20577"/>
          <ac:spMkLst>
            <pc:docMk/>
            <pc:sldMk cId="3454956248" sldId="335"/>
            <ac:spMk id="4" creationId="{4410E939-AA42-A62A-49E6-A14E400FE5CC}"/>
          </ac:spMkLst>
        </pc:spChg>
        <pc:picChg chg="del">
          <ac:chgData name="Anav Chand" userId="e991ab2e3fcca5b7" providerId="LiveId" clId="{1349F6A4-4A34-4DD3-9AC8-C87B3320AE2A}" dt="2025-05-05T08:46:49.462" v="3645" actId="478"/>
          <ac:picMkLst>
            <pc:docMk/>
            <pc:sldMk cId="3454956248" sldId="335"/>
            <ac:picMk id="5" creationId="{070BA31C-F579-28C1-C1FC-8363B7A57A61}"/>
          </ac:picMkLst>
        </pc:picChg>
      </pc:sldChg>
      <pc:sldChg chg="modSp add mod ord">
        <pc:chgData name="Anav Chand" userId="e991ab2e3fcca5b7" providerId="LiveId" clId="{1349F6A4-4A34-4DD3-9AC8-C87B3320AE2A}" dt="2025-05-06T11:31:39.814" v="4680" actId="113"/>
        <pc:sldMkLst>
          <pc:docMk/>
          <pc:sldMk cId="3175214875" sldId="336"/>
        </pc:sldMkLst>
        <pc:spChg chg="mod">
          <ac:chgData name="Anav Chand" userId="e991ab2e3fcca5b7" providerId="LiveId" clId="{1349F6A4-4A34-4DD3-9AC8-C87B3320AE2A}" dt="2025-05-06T11:31:39.814" v="4680" actId="113"/>
          <ac:spMkLst>
            <pc:docMk/>
            <pc:sldMk cId="3175214875" sldId="336"/>
            <ac:spMk id="2" creationId="{088F088C-C19C-D1C6-8E9B-3C317732AA11}"/>
          </ac:spMkLst>
        </pc:spChg>
        <pc:spChg chg="mod">
          <ac:chgData name="Anav Chand" userId="e991ab2e3fcca5b7" providerId="LiveId" clId="{1349F6A4-4A34-4DD3-9AC8-C87B3320AE2A}" dt="2025-05-06T11:31:37.536" v="4679" actId="113"/>
          <ac:spMkLst>
            <pc:docMk/>
            <pc:sldMk cId="3175214875" sldId="336"/>
            <ac:spMk id="4" creationId="{56A92EC4-04C7-508E-0625-5522009DEB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5/7/25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5/7/25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C55E-6553-0346-C2A1-F753448E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F0552-02D4-09A0-8453-91443D892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BC610-0E98-804A-B2FA-79E3254E4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6539-20D9-7711-AF49-4A221AD6F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02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120D6-12BC-A7BE-2464-DCD96076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92965-F5AA-9D1F-7805-72A9675A8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A9898-EFC5-8971-C086-7AED493F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EF4F-A1A4-4A31-0475-BC62E9455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38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1DD6-6F16-7FE8-A5A2-A8F4F21C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F9515-6522-E6DD-7681-6191938FC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F17CA-F100-047D-224D-8038AF866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46756-94FC-065B-D92C-BDE003A43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041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DF6A-E62C-5750-563F-26D5108A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A59E1-29E1-FB58-0382-ED7E4685F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6DBB3-B392-A137-B78B-9BD030CBE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C5093-904A-FA72-B081-9EF4B7C41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41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431-BC7A-2C6F-5CFB-016EBB7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C27E1-9098-6636-AAEF-E6D464201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67F34-31D7-EED7-C2BE-25B4A10B8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73D1-8CA4-0120-A4C9-0C1DB1AFB2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17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CBBC-BB41-C2C3-6ACE-633BF86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811437-B5A0-8604-CB10-D5EDE1B30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ABCBC-6146-193B-D2F9-D411DAA73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2AF0-02B6-C294-9A55-56FE00C5F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1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5CB28-5D99-8B8B-9A6E-D0C2CE16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E1B0A-3259-B6C2-9FB3-05C96A795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76007-C4E3-48E5-B2EF-3EB1345D0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A49F2-6216-004D-3943-307A18B4C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25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09A9-FE32-49A2-6E18-1D528F15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E6270-B6FC-2CBB-0A6C-F734E55A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FDF44-B335-831C-975F-7900401D0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56AB-A9B6-9D9D-A00D-207F34E108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0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125"/>
            <a:ext cx="10835149" cy="5170436"/>
          </a:xfrm>
        </p:spPr>
        <p:txBody>
          <a:bodyPr>
            <a:normAutofit/>
          </a:bodyPr>
          <a:lstStyle/>
          <a:p>
            <a:b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</a:br>
            <a:r>
              <a:rPr lang="en-US" sz="72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STUDENT ADMINISTRATION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FBB4A-2B2D-80B8-02CB-CBC885E13E37}"/>
              </a:ext>
            </a:extLst>
          </p:cNvPr>
          <p:cNvSpPr txBox="1"/>
          <p:nvPr/>
        </p:nvSpPr>
        <p:spPr>
          <a:xfrm>
            <a:off x="914399" y="5909187"/>
            <a:ext cx="333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GROUP 12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3DA20-F12F-7C1E-3335-8202186A8B6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219769" cy="458608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Overview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Modern and secure student management system that simplifies school administration.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Reason</a:t>
            </a: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	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Manual systems for school management is inefficient, can cause errors, and leads to poor communication between staff, students, and parents.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Benefits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Reduces long term costs, reduces manual work, improves accuracy, and enhances efficiency.</a:t>
            </a: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2988-F71C-C37C-B467-C954AC1E6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500D-E58B-D741-8986-B374AEE37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55293"/>
            <a:ext cx="7273637" cy="164655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DE27D-496B-7E89-45ED-0CACE32D3B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21195"/>
            <a:ext cx="7914969" cy="41557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Manual attendance and grading is time taking.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Paper based record keeping is expensive.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Sending newsletters through students is unreliable.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Fragile data storage due to lack of backup.</a:t>
            </a:r>
          </a:p>
        </p:txBody>
      </p:sp>
    </p:spTree>
    <p:extLst>
      <p:ext uri="{BB962C8B-B14F-4D97-AF65-F5344CB8AC3E}">
        <p14:creationId xmlns:p14="http://schemas.microsoft.com/office/powerpoint/2010/main" val="254718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B461-70A7-632E-2EF8-C3A3F164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Core features</a:t>
            </a:r>
            <a:endParaRPr lang="en-FJ" sz="4000" b="1" dirty="0">
              <a:latin typeface="Arial" panose="020B0604020202020204" pitchFamily="34" charset="0"/>
              <a:ea typeface="Geist ExtraBold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1B37-5C93-022F-ED1C-30638B5D33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8686801" cy="44815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Role based access control.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Academic performance &amp; attendance tracking.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Timetable management.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Report generation.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Parent portal.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AI Chatbot.</a:t>
            </a:r>
          </a:p>
        </p:txBody>
      </p:sp>
    </p:spTree>
    <p:extLst>
      <p:ext uri="{BB962C8B-B14F-4D97-AF65-F5344CB8AC3E}">
        <p14:creationId xmlns:p14="http://schemas.microsoft.com/office/powerpoint/2010/main" val="279165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E0AC-676E-4785-C328-EE2AD421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CC80D-0F9C-3053-C7B7-20C52A20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Functional overview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429972-8C43-A530-C64D-64EA091BD04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t="4451"/>
          <a:stretch/>
        </p:blipFill>
        <p:spPr>
          <a:xfrm>
            <a:off x="1052051" y="1376516"/>
            <a:ext cx="9741652" cy="5371027"/>
          </a:xfrm>
        </p:spPr>
      </p:pic>
    </p:spTree>
    <p:extLst>
      <p:ext uri="{BB962C8B-B14F-4D97-AF65-F5344CB8AC3E}">
        <p14:creationId xmlns:p14="http://schemas.microsoft.com/office/powerpoint/2010/main" val="1186639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E6F30-622D-EDC0-2391-365576E16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088C-C19C-D1C6-8E9B-3C317732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Quality Considerations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92EC4-04C7-508E-0625-5522009DEB6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Technical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Component based architecture.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Automated CI/CD pipeline.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Performance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Support 1000+ concurrent users.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Asset compression and lazy loading.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Dependability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Automatic backups.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99.99% uptime.</a:t>
            </a:r>
          </a:p>
        </p:txBody>
      </p:sp>
    </p:spTree>
    <p:extLst>
      <p:ext uri="{BB962C8B-B14F-4D97-AF65-F5344CB8AC3E}">
        <p14:creationId xmlns:p14="http://schemas.microsoft.com/office/powerpoint/2010/main" val="3175214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EACC-3F7C-2CAC-5D3F-0F8E10D49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7A7C-4E89-92B1-84AC-92592E6D5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project constraints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0E939-AA42-A62A-49E6-A14E400FE5C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Network access.</a:t>
            </a:r>
          </a:p>
          <a:p>
            <a:r>
              <a:rPr lang="en-US" sz="28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Programming language &amp; resources.</a:t>
            </a:r>
          </a:p>
          <a:p>
            <a:r>
              <a:rPr lang="en-US" sz="28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Implementation and maintenance cost.</a:t>
            </a:r>
          </a:p>
          <a:p>
            <a:r>
              <a:rPr lang="en-US" sz="28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Training &amp; onboarding.</a:t>
            </a:r>
          </a:p>
        </p:txBody>
      </p:sp>
    </p:spTree>
    <p:extLst>
      <p:ext uri="{BB962C8B-B14F-4D97-AF65-F5344CB8AC3E}">
        <p14:creationId xmlns:p14="http://schemas.microsoft.com/office/powerpoint/2010/main" val="3454956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Technology stack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BCD38C6-3CB1-3DF8-8C57-471C21C897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React.js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Node.js 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OpenAI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PostgreSQL</a:t>
            </a:r>
          </a:p>
          <a:p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Amazon Web Services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8E32DA67-7635-09BD-DBC3-3E1ABE28A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5434" y="4841404"/>
            <a:ext cx="1001661" cy="100166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7EF33A34-4ABE-970F-3479-1C190BAB0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399" y="4846320"/>
            <a:ext cx="991829" cy="99182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B573E53-56EC-9BD9-7520-8B2A4BF81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7168" y="4841404"/>
            <a:ext cx="1001661" cy="1001661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05C6CBA-A2F3-98E8-A2F5-6369496B9F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8037" y="4714813"/>
            <a:ext cx="1254843" cy="1254843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8776B9B-2504-4C92-A237-0998DB108B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46301" y="4841404"/>
            <a:ext cx="1001661" cy="100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91AC9-93AF-D7C5-5F3C-3CA80932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B1446-F58E-1CFE-6E51-9DE4EA74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Architecture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4589464-58CC-7267-9917-17953FEB69CA}"/>
              </a:ext>
            </a:extLst>
          </p:cNvPr>
          <p:cNvPicPr>
            <a:picLocks noGrp="1" noChangeAspect="1"/>
          </p:cNvPicPr>
          <p:nvPr>
            <p:ph type="tbl" sz="quarter" idx="10"/>
          </p:nvPr>
        </p:nvPicPr>
        <p:blipFill>
          <a:blip r:embed="rId3"/>
          <a:stretch>
            <a:fillRect/>
          </a:stretch>
        </p:blipFill>
        <p:spPr>
          <a:xfrm>
            <a:off x="2843596" y="840116"/>
            <a:ext cx="7598263" cy="5771167"/>
          </a:xfrm>
        </p:spPr>
      </p:pic>
    </p:spTree>
    <p:extLst>
      <p:ext uri="{BB962C8B-B14F-4D97-AF65-F5344CB8AC3E}">
        <p14:creationId xmlns:p14="http://schemas.microsoft.com/office/powerpoint/2010/main" val="80881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1B2E8-3E40-267D-29A5-A51DF24B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77F0-F163-6627-5FDF-2CD393D8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Cost benefit analysis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941D4-9AA0-5B1A-1BB2-01D65CE5FB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8888362" cy="4155757"/>
          </a:xfrm>
        </p:spPr>
        <p:txBody>
          <a:bodyPr>
            <a:noAutofit/>
          </a:bodyPr>
          <a:lstStyle/>
          <a:p>
            <a:r>
              <a:rPr lang="en-US" sz="2400" b="1" cap="none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Estimated Costs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System development cost $120,000.</a:t>
            </a:r>
          </a:p>
          <a:p>
            <a:pPr lvl="1"/>
            <a:r>
              <a:rPr lang="en-US" sz="22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Recurring costs (depends on usage, ~$5,000/month).</a:t>
            </a:r>
          </a:p>
          <a:p>
            <a:pPr lvl="1"/>
            <a:r>
              <a:rPr lang="en-US" sz="22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Maintenance costs $15,000/year.</a:t>
            </a:r>
          </a:p>
          <a:p>
            <a:r>
              <a:rPr lang="en-US" sz="2400" b="1" dirty="0">
                <a:latin typeface="Arial" panose="020B0604020202020204" pitchFamily="34" charset="0"/>
                <a:ea typeface="Geist Black" pitchFamily="2" charset="0"/>
                <a:cs typeface="Arial" panose="020B0604020202020204" pitchFamily="34" charset="0"/>
              </a:rPr>
              <a:t>Benefits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Money saved from printing papers.</a:t>
            </a:r>
          </a:p>
          <a:p>
            <a:pPr lvl="1"/>
            <a:r>
              <a:rPr lang="en-US" sz="22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Time saved due to automation.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Time saved due to fewer human errors.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Quicker and more accurate student management.</a:t>
            </a:r>
            <a:endParaRPr lang="en-US" sz="2200" cap="none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1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7C958-4D8B-4BB9-6FDF-CCCEDDCBC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D201-76FA-C2F2-38A2-23A29378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Project Timeline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906C51CA-7DE8-11F0-B63B-C1D1DEE696B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909518"/>
              </p:ext>
            </p:extLst>
          </p:nvPr>
        </p:nvGraphicFramePr>
        <p:xfrm>
          <a:off x="914399" y="2011363"/>
          <a:ext cx="8200104" cy="42124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3175">
                  <a:extLst>
                    <a:ext uri="{9D8B030D-6E8A-4147-A177-3AD203B41FA5}">
                      <a16:colId xmlns:a16="http://schemas.microsoft.com/office/drawing/2014/main" val="4112516014"/>
                    </a:ext>
                  </a:extLst>
                </a:gridCol>
                <a:gridCol w="3696929">
                  <a:extLst>
                    <a:ext uri="{9D8B030D-6E8A-4147-A177-3AD203B41FA5}">
                      <a16:colId xmlns:a16="http://schemas.microsoft.com/office/drawing/2014/main" val="560223778"/>
                    </a:ext>
                  </a:extLst>
                </a:gridCol>
              </a:tblGrid>
              <a:tr h="702076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ea typeface="Geist Black" pitchFamily="2" charset="0"/>
                          <a:cs typeface="Arial" panose="020B0604020202020204" pitchFamily="34" charset="0"/>
                        </a:rPr>
                        <a:t>Task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Arial" panose="020B0604020202020204" pitchFamily="34" charset="0"/>
                          <a:ea typeface="Geist Black" pitchFamily="2" charset="0"/>
                          <a:cs typeface="Arial" panose="020B0604020202020204" pitchFamily="34" charset="0"/>
                        </a:rPr>
                        <a:t>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062721"/>
                  </a:ext>
                </a:extLst>
              </a:tr>
              <a:tr h="702076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8240451"/>
                  </a:ext>
                </a:extLst>
              </a:tr>
              <a:tr h="702076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Designing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month</a:t>
                      </a:r>
                      <a:endParaRPr lang="en-US" sz="2400" dirty="0">
                        <a:latin typeface="Arial" panose="020B0604020202020204" pitchFamily="34" charset="0"/>
                        <a:ea typeface="Geist Medium" pitchFamily="2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85222"/>
                  </a:ext>
                </a:extLst>
              </a:tr>
              <a:tr h="702076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4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721993"/>
                  </a:ext>
                </a:extLst>
              </a:tr>
              <a:tr h="702076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1 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2287914"/>
                  </a:ext>
                </a:extLst>
              </a:tr>
              <a:tr h="702076"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ea typeface="Geist Medium" pitchFamily="2" charset="0"/>
                          <a:cs typeface="Arial" panose="020B0604020202020204" pitchFamily="34" charset="0"/>
                        </a:rPr>
                        <a:t>2 months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668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92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4693-2A2E-7C42-0DFC-6587AB04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BEF6D-F894-C506-A7ED-E4C29654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95072" cy="1646555"/>
          </a:xfrm>
        </p:spPr>
        <p:txBody>
          <a:bodyPr/>
          <a:lstStyle/>
          <a:p>
            <a:r>
              <a:rPr lang="en-US" sz="4000" b="1" dirty="0">
                <a:latin typeface="Arial" panose="020B0604020202020204" pitchFamily="34" charset="0"/>
                <a:ea typeface="Geist ExtraBold" pitchFamily="2" charset="0"/>
                <a:cs typeface="Arial" panose="020B0604020202020204" pitchFamily="34" charset="0"/>
              </a:rPr>
              <a:t>Summary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9997-D9FB-D489-684D-60210E80D67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will save money and time in the long term.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uses modern and secure technologies.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puts the user first  (AI chatbot).</a:t>
            </a:r>
          </a:p>
          <a:p>
            <a:pPr marL="2286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cap="none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SAS features will attract new students and</a:t>
            </a:r>
            <a:r>
              <a:rPr lang="en-US" sz="2400" dirty="0">
                <a:latin typeface="Arial" panose="020B0604020202020204" pitchFamily="34" charset="0"/>
                <a:ea typeface="Geist Medium" pitchFamily="2" charset="0"/>
                <a:cs typeface="Arial" panose="020B0604020202020204" pitchFamily="34" charset="0"/>
              </a:rPr>
              <a:t> staff.</a:t>
            </a:r>
            <a:endParaRPr lang="en-US" sz="2400" cap="none" dirty="0">
              <a:latin typeface="Arial" panose="020B0604020202020204" pitchFamily="34" charset="0"/>
              <a:ea typeface="Geist Medium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4856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{8C1747CB-F196-4ECF-9A20-2D7904BB3E13}tf22318419_win32</Template>
  <TotalTime>828</TotalTime>
  <Words>317</Words>
  <Application>Microsoft Macintosh PowerPoint</Application>
  <PresentationFormat>Widescreen</PresentationFormat>
  <Paragraphs>83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Custom</vt:lpstr>
      <vt:lpstr> STUDENT ADMINISTRATION SYSTEM</vt:lpstr>
      <vt:lpstr>Executive summary</vt:lpstr>
      <vt:lpstr>Problem Statement</vt:lpstr>
      <vt:lpstr>Core features</vt:lpstr>
      <vt:lpstr>Functional overview</vt:lpstr>
      <vt:lpstr>Quality Considerations</vt:lpstr>
      <vt:lpstr>project constraints</vt:lpstr>
      <vt:lpstr>Technology stack</vt:lpstr>
      <vt:lpstr>Architecture</vt:lpstr>
      <vt:lpstr>Cost benefit analysis</vt:lpstr>
      <vt:lpstr>Project Timeline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Vishant Kumar</dc:creator>
  <cp:lastModifiedBy>Rohan nandan</cp:lastModifiedBy>
  <cp:revision>3</cp:revision>
  <dcterms:created xsi:type="dcterms:W3CDTF">2025-05-01T23:07:31Z</dcterms:created>
  <dcterms:modified xsi:type="dcterms:W3CDTF">2025-05-07T01:24:00Z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